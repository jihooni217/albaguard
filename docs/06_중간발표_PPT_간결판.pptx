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c5bf18dd-9169-8f9f-7859-6db087dad0e5}">
          <p14:sldIdLst>
            <p14:sldId id="256"/>
            <p14:sldId id="257"/>
          </p14:sldIdLst>
        </p14:section>
        <p14:section name="② 문제 정의" id="{1d9bb99f-e152-910e-c9e7-479c7fe67e1f}">
          <p14:sldIdLst>
            <p14:sldId id="258"/>
            <p14:sldId id="259"/>
          </p14:sldIdLst>
        </p14:section>
        <p14:section name="③ 솔루션·핵심 가치" id="{264a8da2-48dd-042e-fb08-99ae92fc1885}">
          <p14:sldIdLst>
            <p14:sldId id="260"/>
            <p14:sldId id="261"/>
          </p14:sldIdLst>
        </p14:section>
        <p14:section name="④ SW 기술 아키텍처" id="{67af3e11-c6a1-d0f8-2547-26b6c5782cd3}">
          <p14:sldIdLst>
            <p14:sldId id="262"/>
            <p14:sldId id="263"/>
          </p14:sldIdLst>
        </p14:section>
        <p14:section name="⑤ 개발 현황·MVP 시연" id="{f0124cf9-e5e4-cc8e-7a3f-8602484b052e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4e7e375c-5ca4-b42e-65c3-1e5b4d3614f3}">
          <p14:sldIdLst>
            <p14:sldId id="268"/>
            <p14:sldId id="269"/>
            <p14:sldId id="270"/>
          </p14:sldIdLst>
        </p14:section>
        <p14:section name="⑦ 초기 시장 검증" id="{c6c3ad5d-3bf7-a369-297f-0c909e3b8408}">
          <p14:sldIdLst>
            <p14:sldId id="271"/>
          </p14:sldIdLst>
        </p14:section>
        <p14:section name="⑧ 향후 계획·팀 역량" id="{1f53cd95-86d7-0515-fa98-ce54909ee8ed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찾은 돈에서 일정 비율을 수수료로 받는 방식도 검토했지만, 돈을 받고 임금을 받아 내는 일을 돕는 셈이라 같은 법 문제가 생길 수 있고, 사용자가 실제로 돈을 받았는지 앱이 알 수도 없어서 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근무 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근무 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급여 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급여 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정산 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정산 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문서 유료화 · 찾은 돈 수수료(성공 보수)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법 문제로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7271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054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71749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200" y="1984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8988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771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01000" y="1984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673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7912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629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32485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673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912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151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390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629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설문 30명 수집 · 집계 막대"/>
          <p:cNvSpPr/>
          <p:nvPr/>
        </p:nvSpPr>
        <p:spPr>
          <a:xfrm>
            <a:off x="4389120" y="2212848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673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912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151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390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9629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직접 인터뷰 5명 막대"/>
          <p:cNvSpPr/>
          <p:nvPr/>
        </p:nvSpPr>
        <p:spPr>
          <a:xfrm>
            <a:off x="5113020" y="256032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673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912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151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390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629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피드백 반영 1차 막대"/>
          <p:cNvSpPr/>
          <p:nvPr/>
        </p:nvSpPr>
        <p:spPr>
          <a:xfrm>
            <a:off x="5836920" y="2907792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0673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12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151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90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9629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실제 폰 검증 (아이폰 · 갤럭시) 막대"/>
          <p:cNvSpPr/>
          <p:nvPr/>
        </p:nvSpPr>
        <p:spPr>
          <a:xfrm>
            <a:off x="5836920" y="3255264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673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7912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5151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2390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9629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기록 등록 보강 막대"/>
          <p:cNvSpPr/>
          <p:nvPr/>
        </p:nvSpPr>
        <p:spPr>
          <a:xfrm>
            <a:off x="6560820" y="3602736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4" name="Text 72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0673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912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5151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2390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629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1" name="광고 실험 또는 새 게임 (11/23 결정) 막대"/>
          <p:cNvSpPr/>
          <p:nvPr/>
        </p:nvSpPr>
        <p:spPr>
          <a:xfrm>
            <a:off x="7284720" y="3950208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0673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912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5151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390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9629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1" name="최종 보고서 · 발표 준비 막대"/>
          <p:cNvSpPr/>
          <p:nvPr/>
        </p:nvSpPr>
        <p:spPr>
          <a:xfrm>
            <a:off x="8008620" y="429768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2026-10-27T10:50:28Z</dcterms:created>
  <dcterms:modified xsi:type="dcterms:W3CDTF">2026-10-27T10:50:28Z</dcterms:modified>
</cp:coreProperties>
</file>