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9838fe5f-541d-5c13-3e31-6070a3b95a78}">
          <p14:sldIdLst>
            <p14:sldId id="256"/>
            <p14:sldId id="257"/>
          </p14:sldIdLst>
        </p14:section>
        <p14:section name="② 문제 정의" id="{92fb9056-034b-6040-ed12-b14b510f8564}">
          <p14:sldIdLst>
            <p14:sldId id="258"/>
            <p14:sldId id="259"/>
          </p14:sldIdLst>
        </p14:section>
        <p14:section name="③ 솔루션·핵심 가치" id="{f9b8001d-f3e0-5e5f-8884-e8a5c37cd5dd}">
          <p14:sldIdLst>
            <p14:sldId id="260"/>
            <p14:sldId id="261"/>
          </p14:sldIdLst>
        </p14:section>
        <p14:section name="④ SW 기술 아키텍처" id="{c9f844e6-bed9-074c-7c28-dd3f449ae1ce}">
          <p14:sldIdLst>
            <p14:sldId id="262"/>
            <p14:sldId id="263"/>
          </p14:sldIdLst>
        </p14:section>
        <p14:section name="⑤ 개발 현황·MVP 시연" id="{5c101e70-c6c9-20a5-4c40-6553046a7c1a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694810ab-0417-cd12-8fca-bf536e17be15}">
          <p14:sldIdLst>
            <p14:sldId id="268"/>
            <p14:sldId id="269"/>
            <p14:sldId id="270"/>
          </p14:sldIdLst>
        </p14:section>
        <p14:section name="⑦ 초기 시장 검증" id="{8403f472-fce1-974c-da65-b3254fc23da3}">
          <p14:sldIdLst>
            <p14:sldId id="271"/>
          </p14:sldIdLst>
        </p14:section>
        <p14:section name="⑧ 향후 계획·팀 역량" id="{9bd43152-17da-5584-acfd-1b11aacf2158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앱은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계획한 기능 8개 모두 동작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8 / 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3877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사용자 검증</a:t>
            </a:r>
            <a:endParaRPr lang="en-US" sz="15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2194560"/>
            <a:ext cx="969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설문 13명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pic>
        <p:nvPicPr>
          <p:cNvPr id="10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3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기준. 모두 배포 주소에서 바로 열림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네 화면: 캘린더, 설정, 증빙 묶음 PDF, 확인 페이지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11월에 확인할 것 (설문 30명 · 인터뷰 5명)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250" dirty="0"/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2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2026-10-27T01:00:32Z</dcterms:created>
  <dcterms:modified xsi:type="dcterms:W3CDTF">2026-10-27T01:00:32Z</dcterms:modified>
</cp:coreProperties>
</file>