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205ce9d-2588-b7e9-a91f-932e16a812b2}">
          <p14:sldIdLst>
            <p14:sldId id="256"/>
            <p14:sldId id="257"/>
          </p14:sldIdLst>
        </p14:section>
        <p14:section name="② 문제 정의" id="{f35851ff-ebc2-44f3-c903-fed07a97a8b3}">
          <p14:sldIdLst>
            <p14:sldId id="258"/>
            <p14:sldId id="259"/>
          </p14:sldIdLst>
        </p14:section>
        <p14:section name="③ 솔루션·핵심 가치" id="{c51ab562-e917-9dbc-e861-e7ce80091a13}">
          <p14:sldIdLst>
            <p14:sldId id="260"/>
            <p14:sldId id="261"/>
          </p14:sldIdLst>
        </p14:section>
        <p14:section name="④ SW 기술 아키텍처" id="{926fd3c7-c69a-5bf9-e9a6-d32cad845bfa}">
          <p14:sldIdLst>
            <p14:sldId id="262"/>
            <p14:sldId id="263"/>
          </p14:sldIdLst>
        </p14:section>
        <p14:section name="⑤ 개발 현황·MVP 시연" id="{39b11ba8-66e5-1578-e180-46750c47841c}">
          <p14:sldIdLst>
            <p14:sldId id="264"/>
            <p14:sldId id="265"/>
            <p14:sldId id="266"/>
            <p14:sldId id="267"/>
          </p14:sldIdLst>
        </p14:section>
        <p14:section name="⑥ 시장 분석·비즈니스 모델" id="{c6e9cc4b-ab27-e2a8-5442-745b8cf4056e}">
          <p14:sldIdLst>
            <p14:sldId id="268"/>
            <p14:sldId id="269"/>
            <p14:sldId id="270"/>
          </p14:sldIdLst>
        </p14:section>
        <p14:section name="⑦ 초기 시장 검증" id="{31d64594-ca25-ba80-e84e-ca69a1667a5c}">
          <p14:sldIdLst>
            <p14:sldId id="271"/>
          </p14:sldIdLst>
        </p14:section>
        <p14:section name="⑧ 향후 계획·팀 역량" id="{21f9f4c4-1c13-58a0-6ecf-4709296e06d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2026-10-26T21:30:27Z</dcterms:created>
  <dcterms:modified xsi:type="dcterms:W3CDTF">2026-10-26T21:30:27Z</dcterms:modified>
</cp:coreProperties>
</file>