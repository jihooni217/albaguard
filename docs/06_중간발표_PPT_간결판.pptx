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b72c5e7-68e9-a182-8eea-467ffb4b0d6f}">
          <p14:sldIdLst>
            <p14:sldId id="256"/>
            <p14:sldId id="257"/>
          </p14:sldIdLst>
        </p14:section>
        <p14:section name="② 문제 정의" id="{8053e6a7-d830-446e-25a9-c539368c459a}">
          <p14:sldIdLst>
            <p14:sldId id="258"/>
            <p14:sldId id="259"/>
          </p14:sldIdLst>
        </p14:section>
        <p14:section name="③ 솔루션·핵심 가치" id="{afea3e44-d4f3-0505-cb55-697ddb4d077a}">
          <p14:sldIdLst>
            <p14:sldId id="260"/>
            <p14:sldId id="261"/>
          </p14:sldIdLst>
        </p14:section>
        <p14:section name="④ SW 기술 아키텍처" id="{83933e3f-52ff-786a-de95-aa5890aee789}">
          <p14:sldIdLst>
            <p14:sldId id="262"/>
            <p14:sldId id="263"/>
          </p14:sldIdLst>
        </p14:section>
        <p14:section name="⑤ 개발 현황·MVP 시연" id="{ceec5616-79ec-0544-f81b-eac6b7e8fa11}">
          <p14:sldIdLst>
            <p14:sldId id="264"/>
            <p14:sldId id="265"/>
            <p14:sldId id="266"/>
            <p14:sldId id="267"/>
          </p14:sldIdLst>
        </p14:section>
        <p14:section name="⑥ 시장 분석·비즈니스 모델" id="{5461d479-2672-7bc4-63a7-2393d962f930}">
          <p14:sldIdLst>
            <p14:sldId id="268"/>
            <p14:sldId id="269"/>
            <p14:sldId id="270"/>
          </p14:sldIdLst>
        </p14:section>
        <p14:section name="⑦ 초기 시장 검증" id="{cc8e458d-31ed-4974-64d1-da9a81e8ed41}">
          <p14:sldIdLst>
            <p14:sldId id="271"/>
          </p14:sldIdLst>
        </p14:section>
        <p14:section name="⑧ 향후 계획·팀 역량" id="{ab6fde78-0484-8348-bf61-d8b726f4642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2026-10-26T23:53:45Z</dcterms:created>
  <dcterms:modified xsi:type="dcterms:W3CDTF">2026-10-26T23:53:45Z</dcterms:modified>
</cp:coreProperties>
</file>