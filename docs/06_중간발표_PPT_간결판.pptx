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3b72f50c-799b-e5f5-a9fd-359c5e54f326}">
          <p14:sldIdLst>
            <p14:sldId id="256"/>
            <p14:sldId id="257"/>
          </p14:sldIdLst>
        </p14:section>
        <p14:section name="② 문제 정의" id="{2311c56c-b06f-76a0-843f-c185bf71b1fe}">
          <p14:sldIdLst>
            <p14:sldId id="258"/>
            <p14:sldId id="259"/>
          </p14:sldIdLst>
        </p14:section>
        <p14:section name="③ 솔루션·핵심 가치" id="{012e14dc-815a-ccba-1be7-8253a8a0c045}">
          <p14:sldIdLst>
            <p14:sldId id="260"/>
            <p14:sldId id="261"/>
          </p14:sldIdLst>
        </p14:section>
        <p14:section name="④ SW 기술 아키텍처" id="{30e3d9e7-1c2d-3a9c-291f-8138ee783a34}">
          <p14:sldIdLst>
            <p14:sldId id="262"/>
            <p14:sldId id="263"/>
          </p14:sldIdLst>
        </p14:section>
        <p14:section name="⑤ 개발 현황·MVP 시연" id="{f646dfaa-115b-550f-497f-ee8ccbdb52f4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b1203867-dc30-31e9-b347-79d5b9f18b7c}">
          <p14:sldIdLst>
            <p14:sldId id="268"/>
            <p14:sldId id="269"/>
            <p14:sldId id="270"/>
          </p14:sldIdLst>
        </p14:section>
        <p14:section name="⑦ 초기 시장 검증" id="{b69162e9-30f5-d4cc-fff2-780918c8e711}">
          <p14:sldIdLst>
            <p14:sldId id="271"/>
          </p14:sldIdLst>
        </p14:section>
        <p14:section name="⑧ 향후 계획·팀 역량" id="{41d8ee8f-6d12-046e-be95-ee284aa82841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힘이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검증(16장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일정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2026-10-27T01:18:50Z</dcterms:created>
  <dcterms:modified xsi:type="dcterms:W3CDTF">2026-10-27T01:18:50Z</dcterms:modified>
</cp:coreProperties>
</file>