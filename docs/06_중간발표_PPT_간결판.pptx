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1ad9bde-67dc-c84f-712d-954aa83ad887}">
          <p14:sldIdLst>
            <p14:sldId id="256"/>
            <p14:sldId id="257"/>
          </p14:sldIdLst>
        </p14:section>
        <p14:section name="② 문제 정의" id="{282a144e-a4cc-b381-05b3-97e21c9f4578}">
          <p14:sldIdLst>
            <p14:sldId id="258"/>
            <p14:sldId id="259"/>
          </p14:sldIdLst>
        </p14:section>
        <p14:section name="③ 솔루션·핵심 가치" id="{ba4f3aab-6a56-86ca-86e3-dff55a8ce300}">
          <p14:sldIdLst>
            <p14:sldId id="260"/>
            <p14:sldId id="261"/>
          </p14:sldIdLst>
        </p14:section>
        <p14:section name="④ SW 기술 아키텍처" id="{91e82b29-fc5d-972c-4de8-440988b5601b}">
          <p14:sldIdLst>
            <p14:sldId id="262"/>
            <p14:sldId id="263"/>
          </p14:sldIdLst>
        </p14:section>
        <p14:section name="⑤ 개발 현황·MVP 시연" id="{4739d216-7454-f674-0d3b-c339a357b246}">
          <p14:sldIdLst>
            <p14:sldId id="264"/>
            <p14:sldId id="265"/>
            <p14:sldId id="266"/>
            <p14:sldId id="267"/>
          </p14:sldIdLst>
        </p14:section>
        <p14:section name="⑥ 시장 분석·비즈니스 모델" id="{2dd54059-46bb-15e6-a6f0-b1d385058050}">
          <p14:sldIdLst>
            <p14:sldId id="268"/>
            <p14:sldId id="269"/>
            <p14:sldId id="270"/>
          </p14:sldIdLst>
        </p14:section>
        <p14:section name="⑦ 초기 시장 검증" id="{1d16dde2-1f27-5980-77d1-b12398102a91}">
          <p14:sldIdLst>
            <p14:sldId id="271"/>
          </p14:sldIdLst>
        </p14:section>
        <p14:section name="⑧ 향후 계획·팀 역량" id="{5299a2eb-5f65-ab03-8791-11fa610030a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첫 번째는 얼마를 받아야 하는지 계산하기 어렵다는 겁니다. 노동절에 일한 알바생 중 33.2%는 수당을 받는지 안내를 못 받아서 모른다고 답했습니다. 두 번째는 덜 받아도 알아채기 어렵다는 겁니다. 알바생의 48.0%가 임금 문제를 겪었다고 했는데, 저희 설문에서도 12명 중 7명이 통장에 들어온 총액만 본다고 답했습니다. 세 번째는 알아도 말을 꺼내기 어렵다는 겁니다. 최저시급보다 덜 받은 사람 중 49.3%는 아무 대응도 하지 않았습니다. 기록이 없으면 "나중에 지어낸 거 아니냐"는 한마디에 할 말이 없어지기 때문입니다. 참고로 이 세 숫자는 모두 알바천국 설문 결과입니다.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결국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표를 한 문장으로 줄이면, 앱은 폰 안에서 돌아가고 서버는 꼭 필요한 곳에만 쓴다는 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근무 기록을 근거로 한 요청 문구가 있으면, 알바생이 사장님께 말을 꺼낼 수 있다고 느끼고 실제로 쓸 거라는 겁니다. 이 가설을 11월에 설문 30명과 인터뷰 5명으로, 표에 있는 다섯 가지를 확인하려고 합니다.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주는 것, 그게 저희 알바가드입니다.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2026-10-26T21:25:40Z</dcterms:created>
  <dcterms:modified xsi:type="dcterms:W3CDTF">2026-10-26T21:25:40Z</dcterms:modified>
</cp:coreProperties>
</file>