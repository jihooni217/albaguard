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a994876a-d334-7446-86c1-9a5e0a41e616}">
          <p14:sldIdLst>
            <p14:sldId id="256"/>
            <p14:sldId id="257"/>
          </p14:sldIdLst>
        </p14:section>
        <p14:section name="② 문제 정의" id="{1fef38d5-ad40-16f5-2fc4-9843327bedaa}">
          <p14:sldIdLst>
            <p14:sldId id="258"/>
            <p14:sldId id="259"/>
          </p14:sldIdLst>
        </p14:section>
        <p14:section name="③ 솔루션·핵심 가치" id="{a9b41521-68b6-a7b6-78bd-96bd91693c64}">
          <p14:sldIdLst>
            <p14:sldId id="260"/>
            <p14:sldId id="261"/>
          </p14:sldIdLst>
        </p14:section>
        <p14:section name="④ SW 기술 아키텍처" id="{0843650e-4819-e4f2-9790-757d72ffa2d3}">
          <p14:sldIdLst>
            <p14:sldId id="262"/>
            <p14:sldId id="263"/>
          </p14:sldIdLst>
        </p14:section>
        <p14:section name="⑤ 개발 현황·MVP 시연" id="{8fae7e6c-f27d-bbbc-42d9-ffa63f6d2115}">
          <p14:sldIdLst>
            <p14:sldId id="264"/>
            <p14:sldId id="265"/>
            <p14:sldId id="266"/>
            <p14:sldId id="267"/>
          </p14:sldIdLst>
        </p14:section>
        <p14:section name="⑥ 시장 분석·비즈니스 모델" id="{8181ae3f-ad9f-536d-5183-9f6513e4572c}">
          <p14:sldIdLst>
            <p14:sldId id="268"/>
            <p14:sldId id="269"/>
            <p14:sldId id="270"/>
          </p14:sldIdLst>
        </p14:section>
        <p14:section name="⑦ 초기 시장 검증" id="{c86705c7-1d77-3b25-e350-ced4193132d0}">
          <p14:sldIdLst>
            <p14:sldId id="271"/>
          </p14:sldIdLst>
        </p14:section>
        <p14:section name="⑧ 향후 계획·팀 역량" id="{75f6fdaf-60a2-39d0-65d0-6502a14a723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고치면서 사유를 쓰자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64208"/>
            <a:ext cx="2651760" cy="566928"/>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pic>
        <p:nvPicPr>
          <p:cNvPr id="8" name="기록 화면" descr="C:\Users\user\Desktop\albaguard기술창업\docs\screenshots\phone\1-home.png">    </p:cNvPr>
          <p:cNvPicPr>
            <a:picLocks noChangeAspect="1"/>
          </p:cNvPicPr>
          <p:nvPr/>
        </p:nvPicPr>
        <p:blipFill>
          <a:blip r:embed="rId1"/>
          <a:stretch>
            <a:fillRect/>
          </a:stretch>
        </p:blipFill>
        <p:spPr>
          <a:xfrm>
            <a:off x="1193458" y="2240280"/>
            <a:ext cx="1179244" cy="2542032"/>
          </a:xfrm>
          <a:prstGeom prst="rect">
            <a:avLst/>
          </a:prstGeom>
        </p:spPr>
      </p:pic>
      <p:sp>
        <p:nvSpPr>
          <p:cNvPr id="9" name="Shape 6"/>
          <p:cNvSpPr/>
          <p:nvPr/>
        </p:nvSpPr>
        <p:spPr>
          <a:xfrm>
            <a:off x="3127248" y="1417320"/>
            <a:ext cx="100584" cy="0"/>
          </a:xfrm>
          <a:prstGeom prst="line">
            <a:avLst/>
          </a:prstGeom>
          <a:noFill/>
          <a:ln w="25400">
            <a:solidFill>
              <a:srgbClr val="DCD9D0"/>
            </a:solidFill>
            <a:prstDash val="solid"/>
            <a:tailEnd type="triangle"/>
          </a:ln>
        </p:spPr>
      </p:sp>
      <p:sp>
        <p:nvSpPr>
          <p:cNvPr id="10"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1" name="Text 8"/>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Text 9"/>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3" name="Text 10"/>
          <p:cNvSpPr txBox="1"/>
          <p:nvPr/>
        </p:nvSpPr>
        <p:spPr>
          <a:xfrm>
            <a:off x="3246120" y="1664208"/>
            <a:ext cx="2651760" cy="566928"/>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pic>
        <p:nvPicPr>
          <p:cNvPr id="14" name="비교 화면" descr="C:\Users\user\Desktop\albaguard기술창업\docs\screenshots\phone\3-pay.png">    </p:cNvPr>
          <p:cNvPicPr>
            <a:picLocks noChangeAspect="1"/>
          </p:cNvPicPr>
          <p:nvPr/>
        </p:nvPicPr>
        <p:blipFill>
          <a:blip r:embed="rId2"/>
          <a:stretch>
            <a:fillRect/>
          </a:stretch>
        </p:blipFill>
        <p:spPr>
          <a:xfrm>
            <a:off x="3982378" y="2240280"/>
            <a:ext cx="1179244" cy="2542032"/>
          </a:xfrm>
          <a:prstGeom prst="rect">
            <a:avLst/>
          </a:prstGeom>
        </p:spPr>
      </p:pic>
      <p:sp>
        <p:nvSpPr>
          <p:cNvPr id="15" name="Shape 11"/>
          <p:cNvSpPr/>
          <p:nvPr/>
        </p:nvSpPr>
        <p:spPr>
          <a:xfrm>
            <a:off x="5916168" y="1417320"/>
            <a:ext cx="100584" cy="0"/>
          </a:xfrm>
          <a:prstGeom prst="line">
            <a:avLst/>
          </a:prstGeom>
          <a:noFill/>
          <a:ln w="25400">
            <a:solidFill>
              <a:srgbClr val="DCD9D0"/>
            </a:solidFill>
            <a:prstDash val="solid"/>
            <a:tailEnd type="triangle"/>
          </a:ln>
        </p:spPr>
      </p:sp>
      <p:sp>
        <p:nvSpPr>
          <p:cNvPr id="16"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7" name="Text 13"/>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8" name="Text 14"/>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19" name="Text 15"/>
          <p:cNvSpPr txBox="1"/>
          <p:nvPr/>
        </p:nvSpPr>
        <p:spPr>
          <a:xfrm>
            <a:off x="6035040" y="1664208"/>
            <a:ext cx="2651760" cy="566928"/>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pic>
        <p:nvPicPr>
          <p:cNvPr id="20" name="요청 화면" descr="C:\Users\user\Desktop\albaguard기술창업\docs\screenshots\phone\4-request.png">    </p:cNvPr>
          <p:cNvPicPr>
            <a:picLocks noChangeAspect="1"/>
          </p:cNvPicPr>
          <p:nvPr/>
        </p:nvPicPr>
        <p:blipFill>
          <a:blip r:embed="rId3"/>
          <a:stretch>
            <a:fillRect/>
          </a:stretch>
        </p:blipFill>
        <p:spPr>
          <a:xfrm>
            <a:off x="6771298" y="2240280"/>
            <a:ext cx="1179244" cy="2542032"/>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2026.10.27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pic>
        <p:nvPicPr>
          <p:cNvPr id="4" name="캘린더" descr="C:\Users\user\Desktop\albaguard기술창업\docs\screenshots\phone\2-calendar.png">    </p:cNvPr>
          <p:cNvPicPr>
            <a:picLocks noChangeAspect="1"/>
          </p:cNvPicPr>
          <p:nvPr/>
        </p:nvPicPr>
        <p:blipFill>
          <a:blip r:embed="rId1"/>
          <a:stretch>
            <a:fillRect/>
          </a:stretch>
        </p:blipFill>
        <p:spPr>
          <a:xfrm>
            <a:off x="457200" y="1170432"/>
            <a:ext cx="1399822" cy="3017520"/>
          </a:xfrm>
          <a:prstGeom prst="rect">
            <a:avLst/>
          </a:prstGeom>
        </p:spPr>
      </p:pic>
      <p:sp>
        <p:nvSpPr>
          <p:cNvPr id="5" name="Text 2"/>
          <p:cNvSpPr txBox="1"/>
          <p:nvPr/>
        </p:nvSpPr>
        <p:spPr>
          <a:xfrm>
            <a:off x="274320"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6" name="Text 3"/>
          <p:cNvSpPr txBox="1"/>
          <p:nvPr/>
        </p:nvSpPr>
        <p:spPr>
          <a:xfrm>
            <a:off x="228600"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pic>
        <p:nvPicPr>
          <p:cNvPr id="7" name="설정" descr="C:\Users\user\Desktop\albaguard기술창업\docs\screenshots\phone\10-settings.png">    </p:cNvPr>
          <p:cNvPicPr>
            <a:picLocks noChangeAspect="1"/>
          </p:cNvPicPr>
          <p:nvPr/>
        </p:nvPicPr>
        <p:blipFill>
          <a:blip r:embed="rId2"/>
          <a:stretch>
            <a:fillRect/>
          </a:stretch>
        </p:blipFill>
        <p:spPr>
          <a:xfrm>
            <a:off x="2733793" y="1170432"/>
            <a:ext cx="1399822" cy="3017520"/>
          </a:xfrm>
          <a:prstGeom prst="rect">
            <a:avLst/>
          </a:prstGeom>
        </p:spPr>
      </p:pic>
      <p:sp>
        <p:nvSpPr>
          <p:cNvPr id="8" name="Text 4"/>
          <p:cNvSpPr txBox="1"/>
          <p:nvPr/>
        </p:nvSpPr>
        <p:spPr>
          <a:xfrm>
            <a:off x="2550913"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9" name="Text 5"/>
          <p:cNvSpPr txBox="1"/>
          <p:nvPr/>
        </p:nvSpPr>
        <p:spPr>
          <a:xfrm>
            <a:off x="2505193"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pic>
        <p:nvPicPr>
          <p:cNvPr id="10" name="증빙 묶음 PDF" descr="C:\Users\user\Desktop\albaguard기술창업\docs\screenshots\phone\8-evidence.png">    </p:cNvPr>
          <p:cNvPicPr>
            <a:picLocks noChangeAspect="1"/>
          </p:cNvPicPr>
          <p:nvPr/>
        </p:nvPicPr>
        <p:blipFill>
          <a:blip r:embed="rId3"/>
          <a:stretch>
            <a:fillRect/>
          </a:stretch>
        </p:blipFill>
        <p:spPr>
          <a:xfrm>
            <a:off x="5010385" y="1170432"/>
            <a:ext cx="1399822" cy="3017520"/>
          </a:xfrm>
          <a:prstGeom prst="rect">
            <a:avLst/>
          </a:prstGeom>
        </p:spPr>
      </p:pic>
      <p:sp>
        <p:nvSpPr>
          <p:cNvPr id="11" name="Text 6"/>
          <p:cNvSpPr txBox="1"/>
          <p:nvPr/>
        </p:nvSpPr>
        <p:spPr>
          <a:xfrm>
            <a:off x="4827505"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2" name="Text 7"/>
          <p:cNvSpPr txBox="1"/>
          <p:nvPr/>
        </p:nvSpPr>
        <p:spPr>
          <a:xfrm>
            <a:off x="4781785"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pic>
        <p:nvPicPr>
          <p:cNvPr id="13" name="확인 페이지" descr="C:\Users\user\Desktop\albaguard기술창업\docs\screenshots\phone\9-verify.png">    </p:cNvPr>
          <p:cNvPicPr>
            <a:picLocks noChangeAspect="1"/>
          </p:cNvPicPr>
          <p:nvPr/>
        </p:nvPicPr>
        <p:blipFill>
          <a:blip r:embed="rId4"/>
          <a:stretch>
            <a:fillRect/>
          </a:stretch>
        </p:blipFill>
        <p:spPr>
          <a:xfrm>
            <a:off x="7286978" y="1170432"/>
            <a:ext cx="1399822" cy="3017520"/>
          </a:xfrm>
          <a:prstGeom prst="rect">
            <a:avLst/>
          </a:prstGeom>
        </p:spPr>
      </p:pic>
      <p:sp>
        <p:nvSpPr>
          <p:cNvPr id="14" name="Text 8"/>
          <p:cNvSpPr txBox="1"/>
          <p:nvPr/>
        </p:nvSpPr>
        <p:spPr>
          <a:xfrm>
            <a:off x="7104098" y="4206240"/>
            <a:ext cx="176558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5" name="Text 9"/>
          <p:cNvSpPr txBox="1"/>
          <p:nvPr/>
        </p:nvSpPr>
        <p:spPr>
          <a:xfrm>
            <a:off x="7058378" y="4462272"/>
            <a:ext cx="1857022" cy="365760"/>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2026-10-27T00:46:13Z</dcterms:created>
  <dcterms:modified xsi:type="dcterms:W3CDTF">2026-10-27T00:46:13Z</dcterms:modified>
</cp:coreProperties>
</file>