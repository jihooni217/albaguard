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ec53a7be-408c-c374-ee0a-114eac084b8f}">
          <p14:sldIdLst>
            <p14:sldId id="256"/>
            <p14:sldId id="257"/>
          </p14:sldIdLst>
        </p14:section>
        <p14:section name="② 문제 정의" id="{02ac60bc-af25-59f0-8fb1-b504c363dda2}">
          <p14:sldIdLst>
            <p14:sldId id="258"/>
            <p14:sldId id="259"/>
          </p14:sldIdLst>
        </p14:section>
        <p14:section name="③ 솔루션·핵심 가치" id="{d969fb83-84b1-d9d6-0d89-6fc30766b7d4}">
          <p14:sldIdLst>
            <p14:sldId id="260"/>
            <p14:sldId id="261"/>
          </p14:sldIdLst>
        </p14:section>
        <p14:section name="④ SW 기술 아키텍처" id="{1bcb7e27-4481-b37f-59bd-307c9b08bed0}">
          <p14:sldIdLst>
            <p14:sldId id="262"/>
            <p14:sldId id="263"/>
          </p14:sldIdLst>
        </p14:section>
        <p14:section name="⑤ 개발 현황·MVP 시연" id="{f0cb10e9-5550-7b43-ef12-e2af3cd7fa68}">
          <p14:sldIdLst>
            <p14:sldId id="264"/>
            <p14:sldId id="265"/>
            <p14:sldId id="266"/>
          </p14:sldIdLst>
        </p14:section>
        <p14:section name="⑥ 시장 분석·비즈니스 모델" id="{138b85e9-3568-6a1a-afb9-3fb7c7f4a211}">
          <p14:sldIdLst>
            <p14:sldId id="267"/>
            <p14:sldId id="268"/>
            <p14:sldId id="269"/>
          </p14:sldIdLst>
        </p14:section>
        <p14:section name="⑦ 초기 시장 검증" id="{dd539450-a73a-433c-b60e-556700d51afd}">
          <p14:sldIdLst>
            <p14:sldId id="270"/>
          </p14:sldIdLst>
        </p14:section>
        <p14:section name="⑧ 향후 계획·팀 역량" id="{13914e38-f9ed-c769-32db-203ebb4bcce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학교 단위 조사(동의대 316명 88%, 동국대 200명 67.5%)라 대표값이 아닙니다. 근절 대책은 대지급금을 3개월분에서 6개월분으로, 개정법은 상습 체불 사업주 신용 제재입니다.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개발은 이지훈. 시장 · 설문 · 인터뷰 3명은 손유호, 인터뷰 2명 · 갤럭시 테스트 · 일정 · 보고서는 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기그처럼 사장이 가입할 필요가 없다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 (줄이 늘어남)</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(실제 배포된 앱으로,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사진 자동 인식(보류)</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10/13 MVP 정의서의 포함 8 · 제외 6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67~88% → 지금 알바 중 · 주 15시간 이상은 11월 설문으로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쓰면서 대응까지 가는 서비스가 없다</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2×2의 왼쪽 위 칸이 비어 있다.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응답 30명 넘을 때 비율로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설문 · 인터뷰</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검증</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운영 · 검증</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2026-10-25T16:50:16Z</dcterms:created>
  <dcterms:modified xsi:type="dcterms:W3CDTF">2026-10-25T16:50:16Z</dcterms:modified>
</cp:coreProperties>
</file>