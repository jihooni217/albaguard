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b649c41-147c-a0b0-e3af-9272dd6f5834}">
          <p14:sldIdLst>
            <p14:sldId id="256"/>
            <p14:sldId id="257"/>
          </p14:sldIdLst>
        </p14:section>
        <p14:section name="② 문제 정의" id="{597fb892-0403-eebb-403e-da65b9482cce}">
          <p14:sldIdLst>
            <p14:sldId id="258"/>
            <p14:sldId id="259"/>
          </p14:sldIdLst>
        </p14:section>
        <p14:section name="③ 솔루션·핵심 가치" id="{61e1136c-863c-c90b-a20d-78c01eed8230}">
          <p14:sldIdLst>
            <p14:sldId id="260"/>
            <p14:sldId id="261"/>
          </p14:sldIdLst>
        </p14:section>
        <p14:section name="④ SW 기술 아키텍처" id="{4c1ecc44-3e34-e7a8-286e-01dfac635052}">
          <p14:sldIdLst>
            <p14:sldId id="262"/>
            <p14:sldId id="263"/>
          </p14:sldIdLst>
        </p14:section>
        <p14:section name="⑤ 개발 현황·MVP 시연" id="{6db3170d-e4ef-0d6d-5238-d67b2f710517}">
          <p14:sldIdLst>
            <p14:sldId id="264"/>
            <p14:sldId id="265"/>
            <p14:sldId id="266"/>
            <p14:sldId id="267"/>
          </p14:sldIdLst>
        </p14:section>
        <p14:section name="⑥ 시장 분석·비즈니스 모델" id="{1c5dadd6-d39e-c025-213b-45301720b84b}">
          <p14:sldIdLst>
            <p14:sldId id="268"/>
            <p14:sldId id="269"/>
            <p14:sldId id="270"/>
          </p14:sldIdLst>
        </p14:section>
        <p14:section name="⑦ 초기 시장 검증" id="{5598c3bc-fb6f-15c0-105e-65333a0cf177}">
          <p14:sldIdLst>
            <p14:sldId id="271"/>
          </p14:sldIdLst>
        </p14:section>
        <p14:section name="⑧ 향후 계획·팀 역량" id="{2b68ccd6-7efd-1ea8-207c-fcdb3da70e7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모아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맞습니다.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맞습니다.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2026-10-26T07:10:09Z</dcterms:created>
  <dcterms:modified xsi:type="dcterms:W3CDTF">2026-10-26T07:10:09Z</dcterms:modified>
</cp:coreProperties>
</file>