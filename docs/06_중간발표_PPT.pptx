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e13474a1-1623-ee4c-ce6d-240f00ce43e6}">
          <p14:sldIdLst>
            <p14:sldId id="256"/>
            <p14:sldId id="257"/>
          </p14:sldIdLst>
        </p14:section>
        <p14:section name="② 문제 정의" id="{2cf1d759-b2bd-beae-71b2-52e761b3921e}">
          <p14:sldIdLst>
            <p14:sldId id="258"/>
            <p14:sldId id="259"/>
          </p14:sldIdLst>
        </p14:section>
        <p14:section name="③ 솔루션·핵심 가치" id="{c191d4f8-b836-8761-4324-902a639c37ed}">
          <p14:sldIdLst>
            <p14:sldId id="260"/>
            <p14:sldId id="261"/>
          </p14:sldIdLst>
        </p14:section>
        <p14:section name="④ SW 기술 아키텍처" id="{ad3a1daa-2a7d-3339-5706-33409f855a40}">
          <p14:sldIdLst>
            <p14:sldId id="262"/>
            <p14:sldId id="263"/>
          </p14:sldIdLst>
        </p14:section>
        <p14:section name="⑤ 개발 현황·MVP 시연" id="{800c552e-a29e-383a-b681-1d01c1880a92}">
          <p14:sldIdLst>
            <p14:sldId id="264"/>
            <p14:sldId id="265"/>
            <p14:sldId id="266"/>
          </p14:sldIdLst>
        </p14:section>
        <p14:section name="⑥ 시장 분석·비즈니스 모델" id="{9f37067d-7322-33e3-d53c-ec93398f5b50}">
          <p14:sldIdLst>
            <p14:sldId id="267"/>
            <p14:sldId id="268"/>
            <p14:sldId id="269"/>
          </p14:sldIdLst>
        </p14:section>
        <p14:section name="⑦ 초기 시장 검증" id="{0d822b01-de42-2754-b959-aedb3b8027f1}">
          <p14:sldIdLst>
            <p14:sldId id="270"/>
          </p14:sldIdLst>
        </p14:section>
        <p14:section name="⑧ 향후 계획·팀 역량" id="{d6aa8837-97ef-0aba-c966-68bd50371a93}">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9장에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전날 할 일: Supabase 대시보드에서 프로젝트 상태를 확인하고(잠들어 있으면 Restore. 무료 요금제는 일주일 요청이 없으면 멈추고 앱 요청으로는 깨어나지 않음) 앱에서 출근 · 퇴근을 눌러 설정 탭에 "2건 등록됨"이 뜨는지, 확인 페이지가 열리는지 끝까지 본다. 인터넷이 안 되면 캡처 · 짧은 녹화로 대신한다.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학교 단위 조사(동의대 316명 88%, 동국대 200명 67.5%)라 대표값이 아닙니다. 근절 대책은 대지급금을 3개월분에서 6개월분으로, 개정법은 상습 체불 사업주 신용 제재입니다.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기그처럼 사장이 가입할 필요가 없다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 (줄이 늘어남)</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(실제 배포된 앱으로,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예시 데이터는 발표 전에 넣어 둔다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사진 자동 인식(보류)</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10/13 MVP 정의서의 포함 8 · 제외 6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67~88% → 지금 알바 중 · 주 15시간 이상은 11월 설문으로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쓰면서 대응까지 가는 서비스가 없다</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2×2의 왼쪽 위 칸이 비어 있다.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가설 하나를 11월에 다섯 가지로 잰다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6"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응답 30명 넘을 때 비율로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만들어 보여 주는 게 가장 싼 검증. 설문에 앱 캡처 3장을 넣고 "실제로 있다면 쓰겠나"를 묻는다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설문 · 인터뷰</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검증</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운영 · 검증</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2026-10-25T17:06:20Z</dcterms:created>
  <dcterms:modified xsi:type="dcterms:W3CDTF">2026-10-25T17:06:20Z</dcterms:modified>
</cp:coreProperties>
</file>