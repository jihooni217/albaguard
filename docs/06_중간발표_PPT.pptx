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cd71fc2-0727-ace8-9e63-470b46c66149}">
          <p14:sldIdLst>
            <p14:sldId id="256"/>
            <p14:sldId id="257"/>
          </p14:sldIdLst>
        </p14:section>
        <p14:section name="② 문제 정의" id="{d56e23b0-927c-471f-c90d-71dfa8fb3d25}">
          <p14:sldIdLst>
            <p14:sldId id="258"/>
            <p14:sldId id="259"/>
          </p14:sldIdLst>
        </p14:section>
        <p14:section name="③ 솔루션·핵심 가치" id="{cecb6766-ecde-a89d-5333-b9e69fed1ad8}">
          <p14:sldIdLst>
            <p14:sldId id="260"/>
            <p14:sldId id="261"/>
          </p14:sldIdLst>
        </p14:section>
        <p14:section name="④ SW 기술 아키텍처" id="{81d0fd5b-ce42-4610-b352-6b26c08bf759}">
          <p14:sldIdLst>
            <p14:sldId id="262"/>
            <p14:sldId id="263"/>
          </p14:sldIdLst>
        </p14:section>
        <p14:section name="⑤ 개발 현황·MVP 시연" id="{fcaf2139-3e45-ae29-cd5d-46f1de0068cc}">
          <p14:sldIdLst>
            <p14:sldId id="264"/>
            <p14:sldId id="265"/>
            <p14:sldId id="266"/>
            <p14:sldId id="267"/>
          </p14:sldIdLst>
        </p14:section>
        <p14:section name="⑥ 시장 분석·비즈니스 모델" id="{dd64d4ec-c7d4-6d26-9c1c-b85e125039fa}">
          <p14:sldIdLst>
            <p14:sldId id="268"/>
            <p14:sldId id="269"/>
            <p14:sldId id="270"/>
          </p14:sldIdLst>
        </p14:section>
        <p14:section name="⑦ 초기 시장 검증" id="{62b1ef0e-fe42-9411-10c9-7762d1e80b28}">
          <p14:sldIdLst>
            <p14:sldId id="271"/>
          </p14:sldIdLst>
        </p14:section>
        <p14:section name="⑧ 향후 계획·팀 역량" id="{1e881a14-1a85-52f2-36d5-656e0c62edc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2026-10-26T21:30:26Z</dcterms:created>
  <dcterms:modified xsi:type="dcterms:W3CDTF">2026-10-26T21:30:26Z</dcterms:modified>
</cp:coreProperties>
</file>