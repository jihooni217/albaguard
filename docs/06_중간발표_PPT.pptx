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962fc448-f092-49af-e6e6-45df8b621556}">
          <p14:sldIdLst>
            <p14:sldId id="256"/>
            <p14:sldId id="257"/>
          </p14:sldIdLst>
        </p14:section>
        <p14:section name="② 문제 정의" id="{46a8dcf2-9b20-68b8-eb24-09ef09904f03}">
          <p14:sldIdLst>
            <p14:sldId id="258"/>
            <p14:sldId id="259"/>
          </p14:sldIdLst>
        </p14:section>
        <p14:section name="③ 솔루션·핵심 가치" id="{edd19090-8060-b52d-f580-71a8b04ea113}">
          <p14:sldIdLst>
            <p14:sldId id="260"/>
            <p14:sldId id="261"/>
          </p14:sldIdLst>
        </p14:section>
        <p14:section name="④ SW 기술 아키텍처" id="{5525b197-401b-6766-5bac-5040f1a53077}">
          <p14:sldIdLst>
            <p14:sldId id="262"/>
            <p14:sldId id="263"/>
          </p14:sldIdLst>
        </p14:section>
        <p14:section name="⑤ 개발 현황·MVP 시연" id="{1598b395-089a-a9b7-ea04-686421aaf048}">
          <p14:sldIdLst>
            <p14:sldId id="264"/>
            <p14:sldId id="265"/>
            <p14:sldId id="266"/>
            <p14:sldId id="267"/>
          </p14:sldIdLst>
        </p14:section>
        <p14:section name="⑥ 시장 분석·비즈니스 모델" id="{bf08979f-470b-0ce7-23f0-fe60bf721d87}">
          <p14:sldIdLst>
            <p14:sldId id="268"/>
            <p14:sldId id="269"/>
            <p14:sldId id="270"/>
          </p14:sldIdLst>
        </p14:section>
        <p14:section name="⑦ 초기 시장 검증" id="{7c24158c-9bc9-3c7f-ff3c-b4e79b6d01fa}">
          <p14:sldIdLst>
            <p14:sldId id="271"/>
          </p14:sldIdLst>
        </p14:section>
        <p14:section name="⑧ 향후 계획·팀 역량" id="{363ad47a-b9a6-2629-8132-282550806894}">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만드는 비용이 낮아서 먼저 만들어 보고 검증하는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현황 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영상에 안 나오는 것은 말로 짚습니다: 캘린더의 연장 · 대타 표시(9장 캡처), 3단계 진정 안내(1350 · 노동포털 연결, 진정서는 만들지 않음).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페이지(jihooni217.github.io/albaguard/verify.html?h=92f6228a4349bdc8)를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 영상 마지막에 나오는 확인 번호는 92f6228a4349bdc8입니다. "녹화라서 못 믿겠다"는 질문이 오면 "지금 폰으로 jihooni217.github.io/albaguard/verify.html?h=92f6228a4349bdc8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개정법은 상습 체불 사업주 신용 제재입니다.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보람은 급여일에 한 번이라, 그 사이에도 머물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보람은 급여일에 한 번이라, 그 사이에도 머물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세다.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약점이 2차 구독(동기화 · 자동 백업)의 자리다.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기그와 달리 사장 가입 없이, 2 · 3의 전제</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비교 1 · 2, 요청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칸 하나가 아니라 기록 구조(사유 없이 못 고침 · 삭제도 흔적 · 고치면 다시 등록)라서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39초,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쓰고 대응까지: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보람은 급여일에 한 번. 그 사이 머물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가설 하나를 11월에 다섯 가지로 잰다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재는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만들어 보여 주는 게 가장 싼 검증. 설문에 앱 캡처 3장을 넣고 "실제로 있다면 쓰겠나"를 묻는다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92f6228a4349bdc8</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2026-10-25T23:48:28Z</dcterms:created>
  <dcterms:modified xsi:type="dcterms:W3CDTF">2026-10-25T23:48:28Z</dcterms:modified>
</cp:coreProperties>
</file>