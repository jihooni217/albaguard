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2b011ceb-c159-aa1d-2430-e3c8708a8101}">
          <p14:sldIdLst>
            <p14:sldId id="256"/>
            <p14:sldId id="257"/>
          </p14:sldIdLst>
        </p14:section>
        <p14:section name="② 문제 정의" id="{13ebd470-1af7-313b-29e8-223ad20478d8}">
          <p14:sldIdLst>
            <p14:sldId id="258"/>
            <p14:sldId id="259"/>
          </p14:sldIdLst>
        </p14:section>
        <p14:section name="③ 솔루션·핵심 가치" id="{fc47d59b-61ba-40fa-c574-76b766786115}">
          <p14:sldIdLst>
            <p14:sldId id="260"/>
            <p14:sldId id="261"/>
          </p14:sldIdLst>
        </p14:section>
        <p14:section name="④ SW 기술 아키텍처" id="{6e022a3c-176e-f458-ee2a-cc58bad4ca08}">
          <p14:sldIdLst>
            <p14:sldId id="262"/>
            <p14:sldId id="263"/>
          </p14:sldIdLst>
        </p14:section>
        <p14:section name="⑤ 개발 현황·MVP 시연" id="{9e720d25-6816-f70a-84a8-37bb84d62f0e}">
          <p14:sldIdLst>
            <p14:sldId id="264"/>
            <p14:sldId id="265"/>
            <p14:sldId id="266"/>
            <p14:sldId id="267"/>
          </p14:sldIdLst>
        </p14:section>
        <p14:section name="⑥ 시장 분석·비즈니스 모델" id="{69a23f5b-0faf-2a28-b2ae-db66710bb21e}">
          <p14:sldIdLst>
            <p14:sldId id="268"/>
            <p14:sldId id="269"/>
            <p14:sldId id="270"/>
          </p14:sldIdLst>
        </p14:section>
        <p14:section name="⑦ 초기 시장 검증" id="{4188b23a-64d7-8a4a-4730-2dcc29f069ab}">
          <p14:sldIdLst>
            <p14:sldId id="271"/>
          </p14:sldIdLst>
        </p14:section>
        <p14:section name="⑧ 향후 계획·팀 역량" id="{cf0b0a25-1faa-d0e8-ca29-f3d3a7ccb4c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봅니다. 그다음 폰의 와이파이를 끄고 데이터로 확인 페이지(jihooni217.github.io/albaguard/verify.html?h=da3e2a7ad7e298db)를 열어 등록 시각이 나오는지 봅니다.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 일하는 사람이 많은지는 지금 답하고 계신 설문으로 처음 확인합니다.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기획서의 문장입니다. 표의 기준은 팀이 정한 목표이지 데이터가 아닙니다. 오른쪽 끝 칸이 10/26까지 받은 설문 12명의 중간 결과입니다(지금 알바 중 2 · 예전에 했음 9 · 한 적 없음 1, 지인 중심이라 정식 조사가 아닙니다). 매달 받은 금액을 넣겠다는 사람이 12명 중 10명("할 만하다" 4, "귀찮지만 할 것 같다" 6), 게임 화면 광고를 싫다고 한 사람은 4명이었습니다. 주 15시간 기준은 지금 알바 중인 응답자가 2명뿐이라 판단을 미룹니다. 요청 문구와 확인 번호는 인터뷰 문항이라 11월에 확인합니다. 문제 쪽도 확인됐습니다. 급여 때 "내 계산이 맞는지"가 걱정이라는 사람이 12명 중 8명, 통장 총액만 본다는 사람이 11명 중 7명입니다. 불리한 결과도 말합니다. 가장 쓸모 있는 기능으로 정산 요청 메시지와 기록 등록을 고른 사람은 없었고(덜 받은 돈 알려 주기 6명, 출퇴근 기록 4명), 미니게임은 "안 쓸 것 같은 기능" 1위(6명)였습니다. 그래서 인터뷰에서 문구와 확인 번호를 직접 보여 주고 반응을 봅니다. 모집은 학과 · 동아리 단톡, 에브리타임, 그리고 오늘 이 자리(QR)입니다. 인터뷰 5명은 지인 중 지금 알바 중인 사람으로 11/3~11/9에 합니다. 결과는 사람 수로만 말하고 %는 30명 이상일 때만 씁니다. 당일 아침 응답이 더 늘었으면 결과 페이지(survey-results.html)의 숫자로 "지금은 N명"이라고 덧붙입니다. 강의실 인터넷이 되고 교수님 양해를 받으면 결과 페이지를 60초만 띄울 수 있습니다(자유 의견은 띄우지 않음). 1행은 의향을 묻는 것이라 한계가 있습니다. 실제로 넣는지는 인터뷰 때 앱을 설치하게 하고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열었고, 오늘부터 본격적으로 모읍니다. 11/16까지 손유호가 30명을 채우고,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둡니다.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검증 표 첫 줄.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12명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아니냐"는 말을 들을 때 쓸모가 생기는 기능이라 아직 와닿지 않는다고 본다. 인터뷰에서 그 상황을 설명하고 반응을 본다(검증 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12명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12명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12명)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10명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9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2026-10-26T07:57:44Z</dcterms:created>
  <dcterms:modified xsi:type="dcterms:W3CDTF">2026-10-26T07:57:44Z</dcterms:modified>
</cp:coreProperties>
</file>