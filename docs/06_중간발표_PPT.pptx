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9d66fa56-3a17-a956-880e-f942bee7db01}">
          <p14:sldIdLst>
            <p14:sldId id="256"/>
            <p14:sldId id="257"/>
          </p14:sldIdLst>
        </p14:section>
        <p14:section name="② 문제 정의" id="{f5f4d743-a477-4798-c017-0c2d20d4d57f}">
          <p14:sldIdLst>
            <p14:sldId id="258"/>
            <p14:sldId id="259"/>
          </p14:sldIdLst>
        </p14:section>
        <p14:section name="③ 솔루션·핵심 가치" id="{3058ee3c-e0ad-d086-b302-4664f04a51d5}">
          <p14:sldIdLst>
            <p14:sldId id="260"/>
            <p14:sldId id="261"/>
          </p14:sldIdLst>
        </p14:section>
        <p14:section name="④ SW 기술 아키텍처" id="{163eb983-be8e-ee5e-a09d-7d59227dbffb}">
          <p14:sldIdLst>
            <p14:sldId id="262"/>
            <p14:sldId id="263"/>
          </p14:sldIdLst>
        </p14:section>
        <p14:section name="⑤ 개발 현황·MVP 시연" id="{ec0e9e09-347f-8e6c-d7b2-64c238ba9c92}">
          <p14:sldIdLst>
            <p14:sldId id="264"/>
            <p14:sldId id="265"/>
            <p14:sldId id="266"/>
            <p14:sldId id="267"/>
          </p14:sldIdLst>
        </p14:section>
        <p14:section name="⑥ 시장 분석·비즈니스 모델" id="{3878fbbe-7bb5-6c9a-51f9-871fe3d0f194}">
          <p14:sldIdLst>
            <p14:sldId id="268"/>
            <p14:sldId id="269"/>
            <p14:sldId id="270"/>
          </p14:sldIdLst>
        </p14:section>
        <p14:section name="⑦ 초기 시장 검증" id="{953867f8-5741-d40e-9e2b-98a46279bddc}">
          <p14:sldIdLst>
            <p14:sldId id="271"/>
          </p14:sldIdLst>
        </p14:section>
        <p14:section name="⑧ 향후 계획·팀 역량" id="{3b7577a8-b59b-4144-a519-cade05f56beb}">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타깃: 근로계약서가 없거나 사본이 없고, 통장 총액만 확인하고, 사장님께 말을 꺼내기 부담스러워하는 학생입니다. 주 15시간은 주휴수당이 생기는 선입니다. 문제 1: 수당 안내를 못 받는 경우가 많고 주휴 · 야간 계산 기준은 알기 어렵습니다. 계산기는 있어도 넣을 기록이 없습니다. 문제 2: 통장에 들어온 총액만 보고 넘어가고, 계약서가 없어 시급도 증명하기 어렵습니다. 문제 3: 관계 걱정, 작은 금액, 근거 없음이 겹치고, 메모장 기록은 "나중에 지어낸 것 아니냐?" 한마디에 무너집니다. 세 문제를 숫자로 보여 줍니다. 모두 알바천국 설문이라 "플랫폼 설문"이라는 점을 말하고, 그래서 우리도 직접 설문을 돌리고 있다고 잇습니다. 33.2%는 노동절 수당 안내에 대한 숫자라 "노동절 수당조차 안내받지 못하는 경우가 있다"까지만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알바가드에만 있습니다. 카톡은 보낸 시각이 남지만 무엇을 왜 고쳤는지는 남지 않아 △입니다.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1번은 기그와 달리 사장이 가입하지 않아도 된다는 뜻입니다. 2번은 실제 받은 돈과 비교해 차액을 찾고 요청 문구와 증빙 묶음까지 잇는 것으로, 비교한 네 서비스 모두에 없습니다. 3번이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통장 내역 · 메시지와 함께 내야 힘이 생긴다는 말은 앱의 증빙 문서 맨 아래에도 적혀 있습니다. "법적 효력" 질문이 오면 보장하지 않는다고 답하고, 근로감독관 · 법원이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이유를 풀면: 스토어 심사 없이 링크로 배포해서, 사용자 의견을 듣고 바로 고칠 수 있습니다. 서버는 확인 번호 등록과 설문 수집에만 씁니다. 서버를 최소로 둔 이유는 개인정보와 비용 둘 다입니다. 공개키로는 넣기 · 읽기만 되고(RLS) 시각은 서버가 찍지만, 운영자 조작까지 막지는 못합니다. main에 올리면 GitHub Actions가 자동으로 빌드 · 배포합니다. 배포 앱은 API 키 없이 정해진 문구로 동작합니다. 한 학기 안에 혼자 만들 수 있는 구성입니다.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상자를 풀면: 화면은 근무 기록 · 캘린더 · 급여 비교 · 정산 요청 · 설정, 계산 모듈은 급여(주휴 · 야간) · 예정 vs 실제 · 요청 문구 · PDF · 확인 번호, 저장은 localStorage(기록 · 수정 이력)와 IndexedDB(사진)입니다. 왼쪽 폰 안에서 모든 계산이 끝나고, 서버로 가는 건 확인 번호 · 기록 번호 · 무작위 기기 번호뿐입니다. 기기 번호는 처음 기록을 등록할 때 앱이 만든 난수라 휴대전화 번호가 아닙니다.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들어가고, 확인 페이지는 앱 데이터 없이 동작합니다.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단계(기록 → 비교 → 요청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페이지(jihooni217.github.io/albaguard/verify.html?h=da3e2a7ad7e298db)를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70~90%냐고 물으시면, %는 칸수가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체불 통계는 문제의 크기이지 알바 시장의 크기가 아니고, 알바생 몫은 이 통계에서 알 수 없습니다. 타깃 규모는 어림이라 "약"을 붙여 말합니다. 상한 210~270만 명은 알바 경험 기준이고, 지금 알바 중인 사람과 주 15시간 이상인 사람은 공식 통계가 없어 미상으로 둡니다. 재적학생은 교육부 2026 교육기본통계(대학원 포함), 알바 경험률은 알바몬 설문(1,193명, 여름방학 알바 88.9%, 2023)과 동대신문 설문(200명, 67.5%)이라 대푯값이 아닙니다. 타이밍: 2025년 9월 임금체불 근절 대책은 대지급금을 3개월분에서 6개월분으로 늘렸고, 10월 23일 시행된 개정 근로기준법은 상습 체불 사업주에게 신용 제재를 겁니다. 체불 제재가 세졌습니다.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첫 사용자로 보는 사람은 하우머치 사용자가 아니라, 카톡 · 메모에 적거나 아예 안 적고 통장 총액만 보는 학생입니다. 하우머치가 비교 칸을 넣으면 따라올 수 있으니, 따라 하기 어려운 쪽(기록 등록)을 키웁니다. 2×2에서 알바가드는 "혼자 씀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기록 · 비교 · 요청 화면은 믿고 쓰는 것이 중요해서 광고를 섞지 않습니다. 단가를 모르니 매출 추정은 적지 않았습니다. 정산 문구 · 내용증명 · 증빙 묶음을 돈 받고 만들면 변호사법 · 공인노무사법 문제에 가까워져서 유료화하지 않습니다(웹 조사 기준, 전문가 검토 아님). 유저 확보는 에브리타임 · 학과 단톡 · 알바 커뮤니티에 링크를 올리고, "주휴수당 계산법" 같은 짧은 영상을 만듭니다.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광고 가설은 설문의 "게임 화면 광고" 문항과 승인 뒤 게임 화면 열람 수로 확인합니다. 운영 비용은 지금 서버 0원 · 배포 0원이라 수익이 0이어도 서비스는 돌아가고, 인건비는 팀 3명입니다. 넘길 때: "주 15시간 이상 일하는 사람이 많은지는 지금 답하고 계신 설문으로 처음 확인합니다. 검증 계획은 박명진이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모집은 학과 · 동아리 단톡, 에브리타임, 그리고 오늘 이 자리(QR)입니다. 인터뷰 5명은 지인 중 지금 알바 중인 사람으로 11/3~11/9에 합니다. 왜 먼저 만들었나: 웹앱이라 빨리 만들 수 있고, 화면을 보여 주며 물어야 답이 정확하다고 봤습니다. 가설은 9월 기획서 문장 그대로입니다. 표의 기준은 팀이 정한 목표이지 데이터가 아닙니다. 인터뷰 문항은 설문지 20~24번입니다. 지금까지 들은 의견은 정식 조사가 아닙니다. 타깃 사용자 1명이 디자인 시안 12장 중 통장 구성을 골랐습니다. 링크 설문은 10/23에 열었습니다. 기말 발표에서 이 표에 결과를 더해 보고합니다. 응답 수는 슬라이드에 적지 않고 당일 아침 결과 페이지에서 읽습니다. 0명이면 0명이라고 말합니다. 다만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 이상일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10/23에 열었고, 오늘부터 본격적으로 모읍니다. 11/16까지 손유호가 30명을 채우고,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검증 표 첫 줄.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정함</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열림</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들으면서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못함</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 설문 · 인터뷰로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743200"/>
                <a:gridCol w="3108960"/>
                <a:gridCol w="237744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200" b="1" dirty="0">
                          <a:solidFill>
                            <a:srgbClr val="15171A"/>
                          </a:solidFill>
                        </a:rPr>
                        <a:t>매달 받은 금액을 직접 넣음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5명 + 설문 · 5명 중 3명 "넣겠다"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입금 문자 자동 인식을 앞당김</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요청 문구를 실제로 보낼 수 있음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인터뷰(문구를 보여 주고) · 5명 중 3명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문구 톤 · 단계를 다시 짬</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확인 번호 설명이 이해됨</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 5명 중 4명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설정 · 증빙 문구 수정</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타깃 중 주 15시간 이상이 다수</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30명 이상 · 알바 중 반 이상</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주휴수당 중심 메시지 변경</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게임 화면 광고를 받아들임</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 인터뷰 · "싫다"가 반 미만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11/23 광고 대신 새 게임으로</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2026-10-26T07:20:37Z</dcterms:created>
  <dcterms:modified xsi:type="dcterms:W3CDTF">2026-10-26T07:20:37Z</dcterms:modified>
</cp:coreProperties>
</file>