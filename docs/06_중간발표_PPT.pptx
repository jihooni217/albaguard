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5587ad04-bfd5-6909-b667-a9697642fb72}">
          <p14:sldIdLst>
            <p14:sldId id="256"/>
            <p14:sldId id="257"/>
          </p14:sldIdLst>
        </p14:section>
        <p14:section name="② 문제 정의" id="{80fb9f52-eb61-c33d-89f6-3fca1fbd296b}">
          <p14:sldIdLst>
            <p14:sldId id="258"/>
            <p14:sldId id="259"/>
          </p14:sldIdLst>
        </p14:section>
        <p14:section name="③ 솔루션·핵심 가치" id="{a163b707-774f-4af2-4741-d92a59a881f9}">
          <p14:sldIdLst>
            <p14:sldId id="260"/>
            <p14:sldId id="261"/>
          </p14:sldIdLst>
        </p14:section>
        <p14:section name="④ SW 기술 아키텍처" id="{9a800c58-ef60-0d25-224e-f213bcb4ab6d}">
          <p14:sldIdLst>
            <p14:sldId id="262"/>
            <p14:sldId id="263"/>
          </p14:sldIdLst>
        </p14:section>
        <p14:section name="⑤ 개발 현황·MVP 시연" id="{40bb32af-0696-f5ee-56a7-a0d8ad1fc38d}">
          <p14:sldIdLst>
            <p14:sldId id="264"/>
            <p14:sldId id="265"/>
            <p14:sldId id="266"/>
            <p14:sldId id="267"/>
          </p14:sldIdLst>
        </p14:section>
        <p14:section name="⑥ 시장 분석·비즈니스 모델" id="{a7b26de2-adf8-9129-e211-e7eb366465b1}">
          <p14:sldIdLst>
            <p14:sldId id="268"/>
            <p14:sldId id="269"/>
            <p14:sldId id="270"/>
          </p14:sldIdLst>
        </p14:section>
        <p14:section name="⑦ 초기 시장 검증" id="{a5b1e2cf-8858-d5f0-35b4-87c5dffc537f}">
          <p14:sldIdLst>
            <p14:sldId id="271"/>
          </p14:sldIdLst>
        </p14:section>
        <p14:section name="⑧ 향후 계획·팀 역량" id="{03de6154-e17d-a671-0b25-49461f520ef0}">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알바가드입니다. 화면에 보이는 269,352원은 저희 앱 예시 데이터에서 두 달 동안 덜 받은 돈입니다. 통장 총액만 봐서는 보이지 않는 돈이죠. 알바가드는 이런 돈을 기록으로 찾아 주는 앱입니다. 알바비를 덜 받아도 모르고, 알아도 말을 못 하는 대학생을 위해 기록, 비교, 요청을 한 앱으로 이었습니다. 저는 팀장 이지훈입니다.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상태입니다. 계획한 기능 8개는 모두 동작하는 상태로 배포했고, 완성도는 평균 약 80%입니다. 설문은 지금까지 13명이 답했고, 앱을 직접 써 보는 인터뷰는 11월에 합니다. 오른쪽 QR로 앱과 설문을 열 수 있습니다. 설문은 이름 없이 3분이면 끝나니, 발표가 끝난 뒤 답해 주시면 감사하겠습니다. 발표는 저와 손유호, 박명진 셋이 나눠서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알바생이 겪는 문제는 세 가지입니다. 첫째, 얼마를 받아야 하는지 계산하기 어렵습니다. 노동절에 일한 알바생의 33.2%는 수당을 받는지 안내받지 못해 모른다고 답했습니다. 둘째, 덜 받아도 알아채기 어렵습니다. 알바생의 48.0%가 임금 문제를 겪었는데, 저희 설문에서도 12명 중 7명이 통장에 들어온 총액만 본다고 답했습니다. 셋째, 알아도 말을 꺼내기 어렵습니다. 최저시급보다 덜 받은 사람의 49.3%는 아무 대응도 하지 않았습니다. 기록이 없으면 "나중에 지어낸 것 아니냐"는 한마디에 무너지기 때문입니다. 세 숫자는 모두 알바천국 설문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서비스는 어떨까요. 알바생들이 실제로 가장 많이 쓰는 건 메모장과 카톡이라 첫 열에 넣었습니다. 하우머치는 예상 급여에서 멈추고, 기그는 사장님이 가입해야 하고, 알바천국 계산기는 기록이 남지 않고, 진정24는 증거가 이미 있어야 시작합니다. 가운데 세 줄, 실제 받은 돈과의 비교, 요청 문구와 증빙, 수정 이력과 등록 시각은 모두 알바가드에만 있습니다. 진정 접수는 저희가 직접 하지 않고, 1350과 노동포털로 연결해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알바가드는 기록, 비교, 요청 세 단계를 한 앱으로 잇습니다. 출근과 퇴근은 버튼 하나로 기록하고, 고치면 무엇을 왜 고쳤는지 남습니다. 받았어야 할 돈과 실제 받은 돈의 차이를 보여 주고, 덜 받았다면 정중한 메시지부터 내용증명 초안, 진정 절차 안내까지 단계별로 돕습니다. 사장님 연동도, 로그인도 필요 없고, 근무 내용은 내 폰 안에만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저희만의 차별점은 세 가지입니다. 첫째, 사장님 가입 없이 혼자 씁니다. 둘째, 실제 받은 돈과 비교해서 요청 문구와 증빙까지 이어 줍니다. 셋째, 기록할 때마다 확인 번호와 서버 등록 시각이 남습니다. 사유 없이는 고칠 수 없고, 지워도 흔적이 남고, 고치면 다시 등록됩니다. 그래서 다른 앱이 쉽게 따라 하기 어렵습니다. 한계도 말씀드리겠습니다. 비교 기능 자체는 다른 앱도 따라올 수 있습니다. 그리고 이 기록이 법적 효력을 보장하지는 않습니다. 통장 내역이나 메시지와 함께 내야 힘이 생기고,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기술 스택입니다. 앱은 React와 Vite로 만든 웹앱입니다. 앱스토어 없이 링크로 바로 설치하고, 홈 화면에 추가하면 인터넷 없이도 열립니다. 별도 서버는 두지 않았고, Supabase는 확인 번호 등록과 설문 수집에만 씁니다. 코드를 올리면 GitHub Pages로 자동 배포됩니다. 서버를 최소로 둔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 시각을 보내 봤는데 서버 시각으로 저장됐고, 수정이나 삭제 요청은 거부됐습니다. 다만 운영자 권한으로는 고칠 수 있어서, 지금 막는 것은 사용자가 나중에 고쳐 쓰는 것까지입니다.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화면입니다. 캘린더는 예정과 다른 날을 따로 표시하고, 설정에서는 무엇이 서버로 가는지 보고 끌 수 있습니다. 증빙 묶음 PDF에는 기록, 수정 이력, 계산 근거가 한 문서로 들어갑니다. 확인 페이지에서는 누구나 확인 번호만 넣으면 등록 시각을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쓰는지 보여 드리겠습니다. 배포된 앱을 직접 눌러 녹화한 영상입니다. 출근과 퇴근, 받은 금액 입력, 요청 메시지와 증빙 PDF, 그리고 확인 페이지 순서로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장면의 등록 시각을 눈여겨봐 주세요. 지금도 서버에 그대로 남아 있는 값입니다.
(영상을 멈출 때마다 한 문장씩. 시간이 모자라면 멈추지 않고 그대로 틉니다)
① 출근과 퇴근을 누르자 서버에 2건이 등록됐습니다.
② 받은 금액을 넣으니 덜 받은 돈이 빨간 숫자로 나옵니다.
③ 덜 받은 석 달을 합쳐 사장님께 보낼 메시지를 만들고, 증빙 PDF 7번 표에 방금 등록된 확인 번호가 들어갑니다.
④ 확인 페이지에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 계획한 8개가 모두 동작합니다. 그래도 100%라고 하지는 않았습니다. 오른쪽 동그라미 세 칸은 컴퓨터 동작, 실제 폰, 사용자 검증인데, 지금은 첫 칸만 찼고 나머지 두 칸이 11월 일정입니다. 그래서 완성도를 평균 약 80%로 잡았습니다. 시장과 수익은 손유호님이 이어서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시장과 수익을 맡은 손유호입니다. 임금체불은 2023년 1조 7천억 원대에서 2년 연속 2조 원을 넘었습니다. 그중 67.8%가 30인 미만 사업장에서 나왔는데, 알바생이 많이 일하는 카페, 편의점, 음식점은 대개 이 규모입니다. 타깃 규모는 대학 재적생 307만 명 중 알바 경험이 있는 사람으로 어림해서, 약 210만에서 270만 명을 상한으로 봤습니다. 지금 알바 중인 사람과 주 15시간 이상인 사람은 공식 통계가 없어 설문으로 확인하고 있습니다. 작년 9월 임금체불 근절 대책과 10월 개정 근로기준법으로 체불 제재도 세졌습니다.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경쟁 서비스 위치입니다. 가로는 혼자 쓸 수 있는지, 세로는 대응까지 가는지입니다. 계산기는 계산에서 멈추고, 기그는 사장님이 가입해야 하고, 진정24는 증거가 있어야 시작합니다. 혼자 쓰면서 대응까지 가는 칸에는 알바가드뿐입니다. 하우머치가 비교 기능을 넣으면 따라올 수 있어서, 저희는 따라 하기 어려운 기록 등록 쪽을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비즈니스 모델입니다. 기록, 비교, 요청, 증빙 같은 핵심 화면은 무료이고 광고도 넣지 않습니다. 믿고 써야 하는 화면이기 때문입니다. 수익은 쉬는 틈 게임 화면 광고가 1차 가설입니다. 출퇴근은 일하는 날마다 누르지만 돈을 확인하는 건 급여일에 한 번이라, 그 사이 앱을 열 이유로 게임을 넣었고 그 화면이 광고 자리입니다. 2차 후보는 폰을 바꿔도 기록이 남는 동기화와 자동 백업 구독입니다. 정산 문구나 증빙 문서를 돈 받고 만들면 변호사법과 공인노무사법 문제가 생길 수 있어 유료화하지 않습니다. 사용자는 에브리타임, 학과 단톡, 알바 커뮤니티와 짧은 영상으로 모으겠습니다. 주 15시간 이상 일하는 사람이 많은지는 설문으로 확인하고 있는데, 결과와 검증 계획은 박명진님이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검증을 맡은 박명진입니다. 저희 가설은, 근무 기록을 근거로 한 요청 문구가 있으면 알바생이 사장님께 말을 꺼낼 수 있다고 느끼고 쓸 것이라는 것입니다. 11월에 설문 30명과 인터뷰 5명으로 표의 다섯 가지를 확인합니다. 오른쪽 끝 칸은 10월 26일까지 받은 설문 13명의 중간 결과입니다. 매달 받은 금액을 넣겠다는 사람이 11명, 게임 화면 광고를 싫다는 사람은 4명이었습니다. 다만 지인 중심이라 정식 조사는 아니고, 지금 알바 중인 사람은 2명뿐이라 주 15시간 기준은 판단을 미룹니다. 불리한 결과도 있었습니다. 정산 요청 메시지와 기록 등록을 가장 쓸모 있다고 고른 사람은 없었고, 미니게임은 안 쓸 것 같은 기능 1위였습니다. 그래서 11월 인터뷰에서 요청 문구와 확인 번호를 직접 보여 주고 반응을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기말 발표인 12월 15일까지 7주 일정입니다. 빨간 마름모가 마일스톤입니다. 11월 9일에 인터뷰와 설문 1차 정리, 11월 23일에 피드백을 반영해 배포하고, 11월 30일에 실제 폰 검증을 마칩니다. 12월 7일에 기능을 동결하고, 그 뒤에는 보고서와 발표를 준비합니다. 인터뷰는 손유호님이 3명, 제가 2명을 맡고, 갤럭시 폰 검증도 제가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팀원별 역할입니다. 앞으로 맡는 일은 오늘 각자 발표한 장과 같습니다. 개발은 팀장 이지훈, 시장과 설문, 인터뷰 3명은 손유호, 인터뷰 2명과 갤럭시 테스트, 일정 관리와 보고서 편집은 제가 맡습니다. 마무리는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처음 보여 드린 269,352원처럼, 통장만 봐서는 보이지 않던 돈을 기록으로 찾아 주는 것, 그게 알바가드입니다. 마지막으로 두 가지 여쭙고 싶습니다. 문서를 유료화하지 않고도 가능한 수익 모델이 더 있을지, 그리고 설문 30명과 인터뷰 5명이면 검증에 충분할지입니다. 들어 주셔서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2026-10-26T20:56:24Z</dcterms:created>
  <dcterms:modified xsi:type="dcterms:W3CDTF">2026-10-26T20:56:24Z</dcterms:modified>
</cp:coreProperties>
</file>