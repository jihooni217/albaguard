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bb90c784-6bc1-d411-0778-c19351c74f88}">
          <p14:sldIdLst>
            <p14:sldId id="256"/>
            <p14:sldId id="257"/>
          </p14:sldIdLst>
        </p14:section>
        <p14:section name="② 문제 정의" id="{7edc7939-b92d-9433-bc07-7ea9ebaafc8f}">
          <p14:sldIdLst>
            <p14:sldId id="258"/>
            <p14:sldId id="259"/>
          </p14:sldIdLst>
        </p14:section>
        <p14:section name="③ 솔루션·핵심 가치" id="{29ab8970-f842-7f64-5a97-862a33db709c}">
          <p14:sldIdLst>
            <p14:sldId id="260"/>
            <p14:sldId id="261"/>
          </p14:sldIdLst>
        </p14:section>
        <p14:section name="④ SW 기술 아키텍처" id="{608677c2-af49-91e0-34c4-2a6d84a8d64e}">
          <p14:sldIdLst>
            <p14:sldId id="262"/>
            <p14:sldId id="263"/>
          </p14:sldIdLst>
        </p14:section>
        <p14:section name="⑤ 개발 현황·MVP 시연" id="{b29302a2-9c62-c99b-0970-fc464b55ccaa}">
          <p14:sldIdLst>
            <p14:sldId id="264"/>
            <p14:sldId id="265"/>
            <p14:sldId id="266"/>
            <p14:sldId id="267"/>
          </p14:sldIdLst>
        </p14:section>
        <p14:section name="⑥ 시장 분석·비즈니스 모델" id="{46cca61b-ed67-a17e-05ca-91c082d9e78b}">
          <p14:sldIdLst>
            <p14:sldId id="268"/>
            <p14:sldId id="269"/>
            <p14:sldId id="270"/>
          </p14:sldIdLst>
        </p14:section>
        <p14:section name="⑦ 초기 시장 검증" id="{24f8a8f7-44cc-378f-3d16-22956b62cc3f}">
          <p14:sldIdLst>
            <p14:sldId id="271"/>
          </p14:sldIdLst>
        </p14:section>
        <p14:section name="⑧ 향후 계획·팀 역량" id="{412e167c-c75f-7bf4-dfc2-82f49a6fabf2}">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앱의 진짜 경쟁자는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줄이 전부 X인 자리가 저희 자리입니다.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현황 장에 70%). 근무지 · 시각 · 금액은 서버로 가지 않고, "그날 실제로 일했다"까지는 증명하지 못합니다. 약점은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걸어 놓고 뚫어 봤습니다.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단계가 차별점과 1:1입니다. 영상에 안 나오는 것은 말로 짚습니다: 캘린더의 연장 · 대타 표시(9장 캡처), 3단계 진정 안내(1350 · 노동포털 연결, 진정서는 만들지 않음). 등록 → 비교 → 요청 · 증빙 → 확인.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39초)으로 하고, 단계마다 멈춰서 설명하면 약 3분입니다. 영상은 배포된 앱을 실제로 눌러 찍은 것이라 서버 등록과 확인 번호가 진짜입니다(10/26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페이지(jihooni217.github.io/albaguard/verify.html?h=92f6228a4349bdc8)를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오른쪽이 단계 자막입니다. 1 출근 · 퇴근 → 설정 "2건 등록됨"(약 0:08~0:27), 2 받은 금액 입력 → 빨간 차액(0:27~0:47), 3 메시지 생성 → 증빙 묶음 PDF 7번 표(0:47~1:25), 4 확인 페이지 → 서버 등록 시각(1:25~1:39). 단계가 바뀔 때 멈추고 한두 문장씩 설명합니다. 영상이 안 열리면 docs/08_시연_영상.mp4를 따로 틀어도 됩니다. 영상 마지막에 나오는 확인 번호는 92f6228a4349bdc8입니다. "녹화라서 못 믿겠다"는 질문이 오면 "지금 폰으로 jihooni217.github.io/albaguard/verify.html?h=92f6228a4349bdc8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10/13 MVP 기능 정의서의 포함 기능 8개와 제외 기능 6개(금액 자동 인식 · 푸시 알림 · AI 문구 · 광고 · 로그인 · 진정서)입니다.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 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대표값이 아닙니다. 근절 대책은 대지급금을 3개월분에서 6개월분으로, 개정법은 상습 체불 사업주 신용 제재입니다. 체불 통계는 문제의 크기이지 알바 시장의 크기가 아닙니다. 알바생 몫은 이 통계에서 알 수 없어 미상으로 둡니다. "주 15시간 이상이 다수인지의 첫 조각은 지금 답하고 계신 설문에서 나오지만, 규모 추정이 아니라 메시지를 정하는 참고값입니다.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출퇴근은 일하는 날마다 누르지만 보람은 급여일에 한 번이라, 그 사이에도 머물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필요합니다(린 캔버스와 같은 말). 2차 구독은 "기록이 폰에만 있다"는 약점을 돈 내고 없애는 선택 기능이라 "근무 내용은 폰 안에만" 원칙과 충돌하지 않습니다(원하는 사람만).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마지막 칸에 결과를 채워 보고합니다. 응답 수는 슬라이드에 적지 않고 당일 아침 결과 페이지에서 읽습니다. 0명이면 0명이라고 말합니다. 조건부: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역할은 앞으로 맡는 일과 오늘 발표한 장이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보람은 급여일에 한 번이라, 그 사이에도 머물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입력한 때 등록되고, 기록 안에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세다.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타겟이고,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약점이 2차 구독(동기화 · 자동 백업)의 자리다.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시작 단계</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이상(주휴수당 기준)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수당은 안내조차 안 되고, 주휴 · 야간 계산 기준은 더 모른다.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빈자리  </a:t>
            </a:r>
            <a:pPr indent="0" marL="0">
              <a:buNone/>
            </a:pPr>
            <a:r>
              <a:rPr lang="en-US" sz="1150" dirty="0">
                <a:solidFill>
                  <a:schemeClr val="tx1"/>
                </a:solidFill>
              </a:rPr>
              <a:t>신고 창구가 없어서가 아니라 말을 꺼낼 근거가 없어서 덮인다. 알바가드는 그 앞 단계를 채운다. 마지막 줄 X는 일부러 비웠다  (공식 소개 · 리뷰, 2026.9)</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 → 비교, 문제 3 → 요청, 기록은 셋의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 세 가지와 한계 한 가지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타겟: 사장 협조 없이</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 기그와 달리 사장 가입 없이, 2 · 3의 전제</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비교 1 · 2, 요청 3의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비교한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3번은 칸 하나가 아니라 기록 구조(사유 없이 못 고침 · 삭제도 흔적 · 고치면 다시 등록)라서 따라오기 어렵다.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고친다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기록은 사용자 폰에. 공개 키로는 넣기 · 읽기만(RLS), 시각은 서버가 찍음. 운영자 조작은 못 막음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클라우드 · 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SaaS · 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39초,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검증(가설 1)</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9월 기획서 4개 → 10/13 포함 8 · 제외 6으로 고정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여기에.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67~89% → 지금 알바 중 · 주 15시간 이상: 미상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근거를 남겨 둔 사람이 돌려받기 쉬워지는 때</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사이의 빈자리</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쓰고 대응까지: 알바가드뿐</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왼쪽 위 칸은 알바가드뿐이다.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먼저 노리는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날마다 누르지만 보람은 급여일에 한 번. 그 사이 머물 이유로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"기록이 폰에만 있다"는 약점을 돈 내고 없애는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링크 하나로 설치되니 에브리타임 · 학과 단톡 · 알바 커뮤니티에 링크로. "주휴수당 계산법" 짧은 영상으로 유입</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11월에 설문 · 인터뷰로 다섯 가지를 확인한다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확인할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30명 넘으면, 알바 중 반 이상</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빨리 만들 수 있고, 화면을 보여 주며 물어야 답이 정확하다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92f6228a4349bdc8</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2026-10-25T23:57:07Z</dcterms:created>
  <dcterms:modified xsi:type="dcterms:W3CDTF">2026-10-25T23:57:07Z</dcterms:modified>
</cp:coreProperties>
</file>