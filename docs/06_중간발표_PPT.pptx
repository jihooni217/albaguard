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38e0bcc-f4c5-916e-72ac-5626fdf2cd7f}">
          <p14:sldIdLst>
            <p14:sldId id="256"/>
            <p14:sldId id="257"/>
          </p14:sldIdLst>
        </p14:section>
        <p14:section name="② 문제 정의" id="{0b7fe8f8-458a-be9d-3481-8d340f92a990}">
          <p14:sldIdLst>
            <p14:sldId id="258"/>
            <p14:sldId id="259"/>
          </p14:sldIdLst>
        </p14:section>
        <p14:section name="③ 솔루션·핵심 가치" id="{480a3472-04b6-21ba-e7d9-5664ebb873a4}">
          <p14:sldIdLst>
            <p14:sldId id="260"/>
            <p14:sldId id="261"/>
          </p14:sldIdLst>
        </p14:section>
        <p14:section name="④ SW 기술 아키텍처" id="{0b025003-34bc-ebe1-05b1-1144d2165b3a}">
          <p14:sldIdLst>
            <p14:sldId id="262"/>
            <p14:sldId id="263"/>
          </p14:sldIdLst>
        </p14:section>
        <p14:section name="⑤ 개발 현황·MVP 시연" id="{816a43a9-5f2e-c064-93f9-df1766db1fff}">
          <p14:sldIdLst>
            <p14:sldId id="264"/>
            <p14:sldId id="265"/>
            <p14:sldId id="266"/>
            <p14:sldId id="267"/>
          </p14:sldIdLst>
        </p14:section>
        <p14:section name="⑥ 시장 분석·비즈니스 모델" id="{640a367a-5247-ac58-fd17-ace505d348e6}">
          <p14:sldIdLst>
            <p14:sldId id="268"/>
            <p14:sldId id="269"/>
            <p14:sldId id="270"/>
          </p14:sldIdLst>
        </p14:section>
        <p14:section name="⑦ 초기 시장 검증" id="{0696db5f-2b8e-48e5-4943-3987db0021d8}">
          <p14:sldIdLst>
            <p14:sldId id="271"/>
          </p14:sldIdLst>
        </p14:section>
        <p14:section name="⑧ 향후 계획·팀 역량" id="{d4e27ca6-717c-4273-9961-5c0684e8ac1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인터넷이 되고 시간이 남으면 같은 순서를 실제 앱으로 한 번 더 보여 줘도 됩니다. 전날 할 일: Supabase 대시보드에서 프로젝트 상태를 확인하고(잠들어 있으면 Restore) 앱에서 출근 · 퇴근을 눌러 설정 탭에 "2건 등록됨"이 뜨는지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학교 단위 조사(동의대 316명 88%, 동국대 200명 67.5%)라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영상은 다음 장. 단계마다 멈추고 설명한다</a:t>
            </a:r>
            <a:endParaRPr lang="en-US" sz="1000" dirty="0"/>
          </a:p>
          <a:p>
            <a:pPr marL="127000" indent="-127000">
              <a:spcAft>
                <a:spcPts val="300"/>
              </a:spcAft>
              <a:buSzPct val="100000"/>
              <a:buChar char="•"/>
            </a:pPr>
            <a:r>
              <a:rPr lang="en-US" sz="1000" dirty="0">
                <a:solidFill>
                  <a:schemeClr val="tx1"/>
                </a:solidFill>
              </a:rPr>
              <a:t>인터넷이 되면 같은 순서를 실제 앱으로도 보여 줄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67~88%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칸이 비어 있다.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검증</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운영 · 검증</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2026-10-25T17:28:14Z</dcterms:created>
  <dcterms:modified xsi:type="dcterms:W3CDTF">2026-10-25T17:28:14Z</dcterms:modified>
</cp:coreProperties>
</file>