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03817992-d076-5847-9284-cfef453756f6}">
          <p14:sldIdLst>
            <p14:sldId id="256"/>
            <p14:sldId id="257"/>
          </p14:sldIdLst>
        </p14:section>
        <p14:section name="② 문제 정의" id="{4ad97b28-d351-9fe4-21ec-dce101f09501}">
          <p14:sldIdLst>
            <p14:sldId id="258"/>
            <p14:sldId id="259"/>
          </p14:sldIdLst>
        </p14:section>
        <p14:section name="③ 솔루션·핵심 가치" id="{a4fe279d-0a48-e26f-cfbf-162a3be7868c}">
          <p14:sldIdLst>
            <p14:sldId id="260"/>
            <p14:sldId id="261"/>
          </p14:sldIdLst>
        </p14:section>
        <p14:section name="④ SW 기술 아키텍처" id="{5d729d77-4db3-e8ab-a851-067476993ef5}">
          <p14:sldIdLst>
            <p14:sldId id="262"/>
            <p14:sldId id="263"/>
          </p14:sldIdLst>
        </p14:section>
        <p14:section name="⑤ 개발 현황·MVP 시연" id="{93ff6ead-6420-cf76-7fb4-4d1c27c394fa}">
          <p14:sldIdLst>
            <p14:sldId id="264"/>
            <p14:sldId id="265"/>
            <p14:sldId id="266"/>
            <p14:sldId id="267"/>
          </p14:sldIdLst>
        </p14:section>
        <p14:section name="⑥ 시장 분석·비즈니스 모델" id="{b6d2fd5c-a359-e3a7-552d-9f3e2f5614d7}">
          <p14:sldIdLst>
            <p14:sldId id="268"/>
            <p14:sldId id="269"/>
            <p14:sldId id="270"/>
          </p14:sldIdLst>
        </p14:section>
        <p14:section name="⑦ 초기 시장 검증" id="{024f4fb9-af23-0106-5b2e-e77c5c945481}">
          <p14:sldIdLst>
            <p14:sldId id="271"/>
          </p14:sldIdLst>
        </p14:section>
        <p14:section name="⑧ 향후 계획·팀 역량" id="{6e72373e-fe7b-47e1-c0d8-095861816dc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오른쪽 끝 칸이 10/26까지 받은 설문 12명의 중간 결과입니다(지금 알바 중 2 · 예전에 했음 9 · 한 적 없음 1, 지인 중심이라 정식 조사가 아닙니다). 매달 받은 금액을 넣겠다는 사람이 12명 중 10명("할 만하다" 4, "귀찮지만 할 것 같다" 6),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12명 중 8명, 통장 총액만 본다는 사람이 11명 중 7명입니다. 불리한 결과도 말합니다. 가장 쓸모 있는 기능으로 정산 요청 메시지와 기록 등록을 고른 사람은 없었고(덜 받은 돈 알려 주기 6명,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더 늘었으면 결과 페이지(survey-results.html)의 숫자로 "지금은 N명"이라고 덧붙입니다. 강의실 인터넷이 되고 교수님 양해를 받으면 결과 페이지를 60초만 띄울 수 있습니다(자유 의견은 띄우지 않음). 1행은 의향을 묻는 것이라 한계가 있습니다. 실제로 넣는지는 인터뷰 때 앱을 설치하게 하고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12명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12명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12명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12명)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10명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9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2026-10-26T07:50:58Z</dcterms:created>
  <dcterms:modified xsi:type="dcterms:W3CDTF">2026-10-26T07:50:58Z</dcterms:modified>
</cp:coreProperties>
</file>