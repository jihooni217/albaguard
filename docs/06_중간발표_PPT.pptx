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105bdd1-77de-8ea3-9370-234db9735e52}">
          <p14:sldIdLst>
            <p14:sldId id="256"/>
            <p14:sldId id="257"/>
          </p14:sldIdLst>
        </p14:section>
        <p14:section name="② 문제 정의" id="{82a56437-0693-a6fc-96c6-8cfa02f4ce97}">
          <p14:sldIdLst>
            <p14:sldId id="258"/>
            <p14:sldId id="259"/>
          </p14:sldIdLst>
        </p14:section>
        <p14:section name="③ 솔루션·핵심 가치" id="{2aa7201a-d423-5b8d-a0ce-c878055d7af6}">
          <p14:sldIdLst>
            <p14:sldId id="260"/>
            <p14:sldId id="261"/>
          </p14:sldIdLst>
        </p14:section>
        <p14:section name="④ SW 기술 아키텍처" id="{8a7f066f-741d-ceb0-488c-e52d8e361a1f}">
          <p14:sldIdLst>
            <p14:sldId id="262"/>
            <p14:sldId id="263"/>
          </p14:sldIdLst>
        </p14:section>
        <p14:section name="⑤ 개발 현황·MVP 시연" id="{e9409495-49c5-090f-5959-0a9e669e0e52}">
          <p14:sldIdLst>
            <p14:sldId id="264"/>
            <p14:sldId id="265"/>
            <p14:sldId id="266"/>
            <p14:sldId id="267"/>
          </p14:sldIdLst>
        </p14:section>
        <p14:section name="⑥ 시장 분석·비즈니스 모델" id="{7f92e738-595b-4f42-1e32-724011483686}">
          <p14:sldIdLst>
            <p14:sldId id="268"/>
            <p14:sldId id="269"/>
            <p14:sldId id="270"/>
          </p14:sldIdLst>
        </p14:section>
        <p14:section name="⑦ 초기 시장 검증" id="{67eda673-1b64-69f7-c46e-48d7380454c8}">
          <p14:sldIdLst>
            <p14:sldId id="271"/>
          </p14:sldIdLst>
        </p14:section>
        <p14:section name="⑧ 향후 계획·팀 역량" id="{d82f3085-770a-34a9-b90f-e493ddb0de0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숫자는 모두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표에서 기억하실 건 하나입니다. 앱은 폰 안에서 돌아가고, 서버는 꼭 필요한 곳에만 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알바가드는 처음에 보여 드린 금액처럼, 통장만 봐서는 보이지 않던 돈을 기록으로 찾아 주는 앱입니다.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2026-10-26T21:31:55Z</dcterms:created>
  <dcterms:modified xsi:type="dcterms:W3CDTF">2026-10-26T21:31:55Z</dcterms:modified>
</cp:coreProperties>
</file>