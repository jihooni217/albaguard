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32c379ae-3219-2b41-9799-195d9e802efd}">
          <p14:sldIdLst>
            <p14:sldId id="256"/>
            <p14:sldId id="257"/>
          </p14:sldIdLst>
        </p14:section>
        <p14:section name="② 문제 정의" id="{b9aa2901-63f0-fa32-c29a-2c7cb86aeb7a}">
          <p14:sldIdLst>
            <p14:sldId id="258"/>
            <p14:sldId id="259"/>
          </p14:sldIdLst>
        </p14:section>
        <p14:section name="③ 솔루션·핵심 가치" id="{8d7c2fdd-371d-1017-99c9-3a0fb9736b7c}">
          <p14:sldIdLst>
            <p14:sldId id="260"/>
            <p14:sldId id="261"/>
          </p14:sldIdLst>
        </p14:section>
        <p14:section name="④ SW 기술 아키텍처" id="{beb9ed25-3744-fc06-fba2-15c75bad1411}">
          <p14:sldIdLst>
            <p14:sldId id="262"/>
            <p14:sldId id="263"/>
          </p14:sldIdLst>
        </p14:section>
        <p14:section name="⑤ 개발 현황·MVP 시연" id="{020651e9-c7b0-3b75-3d15-6606018d1d25}">
          <p14:sldIdLst>
            <p14:sldId id="264"/>
            <p14:sldId id="265"/>
            <p14:sldId id="266"/>
            <p14:sldId id="267"/>
          </p14:sldIdLst>
        </p14:section>
        <p14:section name="⑥ 시장 분석·비즈니스 모델" id="{806d86d5-1ea1-cb58-8a4c-89c4200a35cc}">
          <p14:sldIdLst>
            <p14:sldId id="268"/>
            <p14:sldId id="269"/>
            <p14:sldId id="270"/>
          </p14:sldIdLst>
        </p14:section>
        <p14:section name="⑦ 초기 시장 검증" id="{5fc55066-7ba4-c886-8a09-55c67e7add75}">
          <p14:sldIdLst>
            <p14:sldId id="271"/>
          </p14:sldIdLst>
        </p14:section>
        <p14:section name="⑧ 향후 계획·팀 역량" id="{3f5c0db6-3400-9c52-520f-a57a0832e4c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 일하는 사람이 많은지는 지금 답하고 계신 설문으로 처음 확인합니다.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의견은 정식 조사가 아닙니다. 타깃 사용자 1명이 디자인 시안 12장 중 통장 구성을 골랐습니다. 링크 설문은 10/23에 열었습니다.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 이상일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열었고, 오늘부터 본격적으로 모아 11/16까지 손유호가 30명을 채우고,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맞습니다.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검증 표 첫 줄.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맞습니다.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 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2026-10-26T07:07:08Z</dcterms:created>
  <dcterms:modified xsi:type="dcterms:W3CDTF">2026-10-26T07:07:08Z</dcterms:modified>
</cp:coreProperties>
</file>