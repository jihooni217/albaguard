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1820d38a-f5e8-1f33-a79c-be8ffee59386}">
          <p14:sldIdLst>
            <p14:sldId id="256"/>
            <p14:sldId id="257"/>
          </p14:sldIdLst>
        </p14:section>
        <p14:section name="② 문제 정의" id="{72c4b054-62f0-8d28-ed70-2792158f7f16}">
          <p14:sldIdLst>
            <p14:sldId id="258"/>
            <p14:sldId id="259"/>
          </p14:sldIdLst>
        </p14:section>
        <p14:section name="③ 솔루션·핵심 가치" id="{aebe56d7-6535-7c40-281a-0186735c581b}">
          <p14:sldIdLst>
            <p14:sldId id="260"/>
            <p14:sldId id="261"/>
          </p14:sldIdLst>
        </p14:section>
        <p14:section name="④ SW 기술 아키텍처" id="{f25ddcb7-8407-7d96-1b8d-843555d59db5}">
          <p14:sldIdLst>
            <p14:sldId id="262"/>
            <p14:sldId id="263"/>
          </p14:sldIdLst>
        </p14:section>
        <p14:section name="⑤ 개발 현황·MVP 시연" id="{e50ed5aa-f028-89e2-44a8-135326f6133f}">
          <p14:sldIdLst>
            <p14:sldId id="264"/>
            <p14:sldId id="265"/>
            <p14:sldId id="266"/>
            <p14:sldId id="267"/>
          </p14:sldIdLst>
        </p14:section>
        <p14:section name="⑥ 시장 분석·비즈니스 모델" id="{9cb49f2a-dc68-dfba-2416-6519fc8687ff}">
          <p14:sldIdLst>
            <p14:sldId id="268"/>
            <p14:sldId id="269"/>
            <p14:sldId id="270"/>
          </p14:sldIdLst>
        </p14:section>
        <p14:section name="⑦ 초기 시장 검증" id="{1c648978-27b0-aea9-5357-c4b4b30441a1}">
          <p14:sldIdLst>
            <p14:sldId id="271"/>
          </p14:sldIdLst>
        </p14:section>
        <p14:section name="⑧ 향후 계획·팀 역량" id="{be55b65b-824e-1131-8c6b-35346e975d2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설문은 지금까지 12명이 답했고, 앱을 직접 써 보게 하는 인터뷰는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우리 설문(12명)에서도 주휴 · 야간 계산에 자신 있다는 사람은 4명뿐이었다고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봅니다. 그다음 폰의 와이파이를 끄고 데이터로 확인 페이지(jihooni217.github.io/albaguard/verify.html?h=da3e2a7ad7e298db)를 열어 등록 시각이 나오는지 봅니다.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문항(지금까지 12명 중 "싫다" 4명)과 승인 뒤 게임 화면 열람 수로 확인합니다. 운영 비용은 지금 서버 0원 · 배포 0원이라 수익이 0이어도 서비스는 돌아가고, 인건비는 팀 3명입니다. 넘길 때: "주 15시간 이상 일하는 사람이 많은지는 설문으로 확인하고 있습니다. 지금까지 12명이 답했고, 결과와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기획서의 문장입니다. 표의 기준은 팀이 정한 목표이지 데이터가 아닙니다. 오른쪽 끝 칸이 10/26까지 받은 설문 12명의 중간 결과입니다(지금 알바 중 2 · 예전에 했음 9 · 한 적 없음 1, 지인 중심이라 정식 조사가 아닙니다). 매달 받은 금액을 넣겠다는 사람이 12명 중 10명("할 만하다" 4, "귀찮지만 할 것 같다" 6),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12명 중 8명, 통장 총액만 본다는 사람이 11명 중 7명입니다. 불리한 결과도 말합니다. 가장 쓸모 있는 기능으로 정산 요청 메시지와 기록 등록을 고른 사람은 없었고(덜 받은 돈 알려 주기 6명,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더 늘었으면 결과 페이지(survey-results.html)의 숫자로 "지금은 N명"이라고 덧붙입니다. 강의실 인터넷이 되고 교수님 양해를 받으면 결과 페이지를 60초만 띄울 수 있습니다(자유 의견은 띄우지 않음). 1행은 의향을 묻는 것이라 한계가 있습니다. 실제로 넣는지는 인터뷰 때 앱을 설치하게 하고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열어 지금 12명이고, 11/16까지 손유호가 30명을 채웁니다. 그리고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둡니다.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12명 중 "안 쓴다"는 0명이었다. 12/7까지는 고치는 기간.
· [박명진] 받은 금액을 매달 직접 넣어야 하는데 넣을까? → 가장 큰 가설이라 검증 표 첫 줄. 설문에서는 12명 중 10명이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12명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아니냐"는 말을 들을 때 쓸모가 생기는 기능이라 아직 와닿지 않는다고 본다. 인터뷰에서 그 상황을 설명하고 반응을 본다(검증 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12명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12명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12명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12명)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10명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9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12명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2026-10-26T08:10:54Z</dcterms:created>
  <dcterms:modified xsi:type="dcterms:W3CDTF">2026-10-26T08:10:54Z</dcterms:modified>
</cp:coreProperties>
</file>