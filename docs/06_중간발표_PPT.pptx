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c0fb310e-87bf-12e2-278d-f8ddf2be5386}">
          <p14:sldIdLst>
            <p14:sldId id="256"/>
            <p14:sldId id="257"/>
          </p14:sldIdLst>
        </p14:section>
        <p14:section name="② 문제 정의" id="{5d443072-4d74-244c-ca56-742dccd243d4}">
          <p14:sldIdLst>
            <p14:sldId id="258"/>
            <p14:sldId id="259"/>
          </p14:sldIdLst>
        </p14:section>
        <p14:section name="③ 솔루션·핵심 가치" id="{56fd923c-6ae7-2f73-ed4c-c4e6a4085dd6}">
          <p14:sldIdLst>
            <p14:sldId id="260"/>
            <p14:sldId id="261"/>
          </p14:sldIdLst>
        </p14:section>
        <p14:section name="④ SW 기술 아키텍처" id="{644a8cdc-d80c-a51b-a606-4a6d2097d909}">
          <p14:sldIdLst>
            <p14:sldId id="262"/>
            <p14:sldId id="263"/>
          </p14:sldIdLst>
        </p14:section>
        <p14:section name="⑤ 개발 현황·MVP 시연" id="{989bc66a-26c0-205e-4120-ae72e6c0bade}">
          <p14:sldIdLst>
            <p14:sldId id="264"/>
            <p14:sldId id="265"/>
            <p14:sldId id="266"/>
            <p14:sldId id="267"/>
          </p14:sldIdLst>
        </p14:section>
        <p14:section name="⑥ 시장 분석·비즈니스 모델" id="{443fc185-cbda-06c3-bd91-07c7cfdfb573}">
          <p14:sldIdLst>
            <p14:sldId id="268"/>
            <p14:sldId id="269"/>
            <p14:sldId id="270"/>
          </p14:sldIdLst>
        </p14:section>
        <p14:section name="⑦ 초기 시장 검증" id="{882525e8-96c9-efbb-906d-ba0ea603aa87}">
          <p14:sldIdLst>
            <p14:sldId id="271"/>
          </p14:sldIdLst>
        </p14:section>
        <p14:section name="⑧ 향후 계획·팀 역량" id="{7da49c0d-08e1-1666-3d49-9b1b3f82caae}">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숫자는 모두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뿌리는 같습니다.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표를 다 보실 필요는 없고, 가운데 세 줄만 봐 주세요. 실제 받은 돈과 비교하기, 요청 문구와 증빙 만들기, 수정 이력과 등록 시각입니다. 이 세 줄은 알바가드에만 O가 있습니다. 다른 서비스는 대부분 예상 급여 계산에서 멈추거나, 사장님이 가입해야 하거나, 증거가 이미 있어야 시작할 수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표에서 기억하실 건 하나입니다. 앱은 폰 안에서 돌아가고, 서버는 꼭 필요한 곳에만 씁니다. 앱은 React와 Vite로 만든 웹앱이라 앱스토어 없이 링크로 바로 설치하고, 홈 화면에 추가하면 인터넷이 없어도 열립니다. 저희가 직접 운영하는 서버는 없고, 외부 서비스인 Supabase를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 (멈춤) 다시 말해, 근무 내용은 폰 밖으로 나가지 않고, 서버에는 번호와 시각만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이 가설을 11월에 설문 30명과 인터뷰 5명으로, 표에 있는 다섯 가지를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주려고 만든 앱입니다.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뿌리는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2026-10-26T21:32:17Z</dcterms:created>
  <dcterms:modified xsi:type="dcterms:W3CDTF">2026-10-26T21:32:17Z</dcterms:modified>
</cp:coreProperties>
</file>