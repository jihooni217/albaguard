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45ee87d0-abfb-84bc-9e66-95feaae5b6a0}">
          <p14:sldIdLst>
            <p14:sldId id="256"/>
            <p14:sldId id="257"/>
          </p14:sldIdLst>
        </p14:section>
        <p14:section name="② 문제 정의" id="{88c9b959-0c99-f12b-4a80-681f4f919873}">
          <p14:sldIdLst>
            <p14:sldId id="258"/>
            <p14:sldId id="259"/>
          </p14:sldIdLst>
        </p14:section>
        <p14:section name="③ 솔루션·핵심 가치" id="{f5dbf507-6553-0fa1-8da9-10790858aa0b}">
          <p14:sldIdLst>
            <p14:sldId id="260"/>
            <p14:sldId id="261"/>
          </p14:sldIdLst>
        </p14:section>
        <p14:section name="④ SW 기술 아키텍처" id="{d07a300b-7876-f838-426c-22a1ad5f34e6}">
          <p14:sldIdLst>
            <p14:sldId id="262"/>
            <p14:sldId id="263"/>
          </p14:sldIdLst>
        </p14:section>
        <p14:section name="⑤ 개발 현황·MVP 시연" id="{03fcebb1-03c3-41a3-b2c2-817cead4b97d}">
          <p14:sldIdLst>
            <p14:sldId id="264"/>
            <p14:sldId id="265"/>
            <p14:sldId id="266"/>
            <p14:sldId id="267"/>
          </p14:sldIdLst>
        </p14:section>
        <p14:section name="⑥ 시장 분석·비즈니스 모델" id="{5d641e5b-977a-fbf1-eff4-ba9a69418061}">
          <p14:sldIdLst>
            <p14:sldId id="268"/>
            <p14:sldId id="269"/>
            <p14:sldId id="270"/>
          </p14:sldIdLst>
        </p14:section>
        <p14:section name="⑦ 초기 시장 검증" id="{62f08eef-6c3b-1650-91b5-7ef8af06c8f5}">
          <p14:sldIdLst>
            <p14:sldId id="271"/>
          </p14:sldIdLst>
        </p14:section>
        <p14:section name="⑧ 향후 계획·팀 역량" id="{7edd00c0-476c-6261-ac49-2575c609e033}">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사유를 써서 고치자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2026-10-26T23:48:10Z</dcterms:created>
  <dcterms:modified xsi:type="dcterms:W3CDTF">2026-10-26T23:48:10Z</dcterms:modified>
</cp:coreProperties>
</file>