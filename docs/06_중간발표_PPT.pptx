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8cb89464-d640-96b0-4eac-8ced6d5a7adf}">
          <p14:sldIdLst>
            <p14:sldId id="256"/>
            <p14:sldId id="257"/>
          </p14:sldIdLst>
        </p14:section>
        <p14:section name="② 문제 정의" id="{d659b3c4-f1f6-4b42-36b4-60bd9c2cee84}">
          <p14:sldIdLst>
            <p14:sldId id="258"/>
            <p14:sldId id="259"/>
          </p14:sldIdLst>
        </p14:section>
        <p14:section name="③ 솔루션·핵심 가치" id="{d8ae67c8-2172-4f92-5084-9fdbd243697a}">
          <p14:sldIdLst>
            <p14:sldId id="260"/>
            <p14:sldId id="261"/>
          </p14:sldIdLst>
        </p14:section>
        <p14:section name="④ SW 기술 아키텍처" id="{8bcee471-a635-ec2b-ecbe-ff96d1f69f00}">
          <p14:sldIdLst>
            <p14:sldId id="262"/>
            <p14:sldId id="263"/>
          </p14:sldIdLst>
        </p14:section>
        <p14:section name="⑤ 개발 현황·MVP 시연" id="{6f49b775-a309-7e6c-f0be-cf40f48f2c46}">
          <p14:sldIdLst>
            <p14:sldId id="264"/>
            <p14:sldId id="265"/>
            <p14:sldId id="266"/>
            <p14:sldId id="267"/>
          </p14:sldIdLst>
        </p14:section>
        <p14:section name="⑥ 시장 분석·비즈니스 모델" id="{d0fb0021-7927-808e-a9f8-4125fb70b9d6}">
          <p14:sldIdLst>
            <p14:sldId id="268"/>
            <p14:sldId id="269"/>
            <p14:sldId id="270"/>
          </p14:sldIdLst>
        </p14:section>
        <p14:section name="⑦ 초기 시장 검증" id="{bbb72f94-489e-0c8b-ba81-3e767696bc0d}">
          <p14:sldIdLst>
            <p14:sldId id="271"/>
          </p14:sldIdLst>
        </p14:section>
        <p14:section name="⑧ 향후 계획·팀 역량" id="{e6974e64-2683-e858-3e10-160da030421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첫 번째는 얼마를 받아야 하는지 계산하기 어렵다는 겁니다. 노동절에 일한 알바생 중 33.2%는 수당을 받는지 안내를 못 받아서 모른다고 답했습니다. 두 번째는 덜 받아도 알아채기 어렵다는 겁니다. 알바생의 48.0%가 임금 문제를 겪었다고 했는데, 저희 설문에서도 12명 중 7명이 통장에 들어온 총액만 본다고 답했습니다. 세 번째는 알아도 말을 꺼내기 어렵다는 겁니다. 최저시급보다 덜 받은 사람 중 49.3%는 아무 대응도 하지 않았습니다. 기록이 없으면 "나중에 지어낸 거 아니냐"는 한마디에 할 말이 없어지기 때문입니다. 참고로 이 세 숫자는 모두 알바천국 설문 결과입니다. (멈춤) 결국 세 문제의 뿌리는 같습니다.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앱보다 메모장이나 카톡이라서 맨 앞 열에 같이 넣었습니다. 표를 다 보실 필요는 없고, 가운데 세 줄만 봐 주세요. 실제 받은 돈과 비교하기, 요청 문구와 증빙 만들기, 수정 이력과 등록 시각입니다. 이 세 줄은 알바가드에만 O가 있습니다. 다른 서비스는 대부분 예상 급여 계산에서 멈추거나, 사장님이 가입해야 하거나, 증거가 이미 있어야 시작할 수 있습니다. 진정 접수는 저희가 직접 하지 않고, 1350과 노동포털로 연결만 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이었습니다. 출근과 퇴근은 버튼 하나로 기록하고, 나중에 고치면 무엇을 왜 고쳤는지가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내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세 가지입니다. 첫째, 사장님 가입 없이 혼자 쓸 수 있습니다. 둘째, 실제로 받은 돈과 비교해서 요청 문구와 증빙까지 이어집니다. 셋째, 기록할 때마다 확인 번호와 서버 등록 시각이 남습니다. 사유 없이는 기록을 고칠 수 없고, 지워도 흔적이 남고, 고치면 다시 등록됩니다. 이 부분은 다른 앱이 쉽게 따라 하기 어렵다고 생각합니다. (멈춤) 결국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힘이 생기고, 최종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표를 한 문장으로 줄이면, 앱은 폰 안에서 돌아가고 서버는 꼭 필요한 곳에만 쓴다는 겁니다. 앱은 React와 Vite로 만든 웹앱이라 앱스토어 없이 링크로 바로 설치하고, 홈 화면에 추가하면 인터넷이 없어도 열립니다. 저희가 직접 운영하는 서버는 없고, 외부 서비스인 Supabase를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 시각을 보내 봤는데 서버 시각으로 저장됐고, 수정이나 삭제 요청은 거부되는 걸 확인했습니다. 다만 운영자 권한으로는 고칠 수 있어서, 지금 막을 수 있는 건 사용자가 나중에 기록을 고쳐 쓰는 것까지입니다. (멈춤) 다시 말해, 근무 내용은 폰 밖으로 나가지 않고, 서버에는 번호와 시각만 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캘린더에서는 예정과 다르게 일한 날이 따로 표시되고, 설정에서는 어떤 정보가 서버로 가는지 확인하고 끌 수도 있습니다. 증빙 묶음 PDF에는 근무 기록, 수정 이력, 계산 근거가 한 문서로 정리됩니다. 그리고 확인 페이지에서는 누구나 확인 번호만 넣으면 등록 시각을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어떻게 쓰는지 보여 드리겠습니다. 배포된 앱을 직접 눌러 보면서 녹화한 영상입니다. 출근과 퇴근, 받은 금액 입력, 요청 메시지와 증빙 PDF, 마지막으로 확인 페이지 순서로 보시겠습니다.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(영상을 멈출 때마다 한 문장씩. 시간이 모자라면 멈추지 않고 그대로 틉니다)
① 출근과 퇴근을 누르니까 서버에 2건이 등록됐습니다.
② 받은 금액을 넣으면 덜 받은 돈이 빨간 숫자로 나옵니다.
③ 덜 받은 석 달을 합쳐서 사장님께 보낼 메시지를 만들고, 증빙 PDF 7번 표에는 방금 등록한 확인 번호가 들어갑니다.
④ 확인 페이지에 이 번호를 넣으면 서버가 찍은 등록 시각이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칸만 채워졌고, 나머지 두 칸은 11월에 할 일입니다. 그래서 완성도를 평균 80% 정도로 잡았습니다.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그중 67.8%가 30인 미만 사업장에서 나왔는데요, 알바생이 많이 일하는 카페, 편의점, 음식점이 대부분 이 규모입니다. 저희 타깃 규모는 대학 재적생 307만 명 중 알바 경험이 있는 사람으로 어림해서, 많아야 약 210만에서 270만 명으로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가로축은 혼자 쓸 수 있는지, 세로축은 대응까지 가는지를 나타냅니다. 계산기는 계산에서 멈추고, 기그는 사장님이 가입해야 하고, 진정24는 증거가 있어야 시작할 수 있습니다. 혼자 쓰면서 대응까지 가는 칸에는 알바가드만 있습니다. 다만 하우머치가 비교 기능을 넣으면 따라올 수 있기 때문에,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광고도 넣지 않습니다. 사용자가 믿고 써야 하는 화면이기 때문입니다. 1차 수익 가설은 쉬는 틈 게임 화면의 광고입니다. 출퇴근은 일하는 날마다 누르지만 돈을 확인하는 건 급여일 한 번뿐이라서, 그 사이에 앱을 열 이유로 게임을 넣었고, 그 화면을 광고 자리로 보고 있습니다. 2차 후보는 폰을 바꿔도 기록이 남는 동기화와 자동 백업 구독입니다. 반대로 정산 문구나 증빙 문서를 돈 받고 만들어 주면 변호사법이나 공인노무사법 문제가 생길 수 있어서 유료화하지 않습니다. 사용자는 에브리타임, 학과 단톡방, 알바 커뮤니티, 그리고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근무 기록을 근거로 한 요청 문구가 있으면, 알바생이 사장님께 말을 꺼낼 수 있다고 느끼고 실제로 쓸 거라는 겁니다. 이 가설을 11월에 설문 30명과 인터뷰 5명으로, 표에 있는 다섯 가지를 확인하려고 합니다. 오른쪽 끝 칸은 10월 26일까지 받은 설문 13명의 중간 결과입니다. 매달 받은 금액을 넣겠다는 사람이 11명이었고, 게임 화면 광고가 싫다는 사람은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마일스톤입니다. 11월 9일까지 인터뷰와 설문 1차 정리를 하고, 11월 23일에는 피드백을 반영해서 다시 배포합니다. 11월 30일까지 실제 폰 검증을 마치고, 12월 7일에 기능을 동결한 뒤로는 보고서와 발표 준비에 집중하겠습니다.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앞으로 각자 맡을 일은 오늘 발표한 부분과 같습니다. 개발은 팀장 이지훈, 시장과 설문, 인터뷰 3명은 손유호, 그리고 인터뷰 2명과 갤럭시 테스트, 일정 관리, 보고서 편집은 제가 맡았습니다.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주는 것, 그게 저희 알바가드입니다. 마지막으로 두 가지 조언을 구하고 싶습니다. 문서를 유료화하지 않고도 할 수 있는 수익 모델이 더 있을지, 그리고 설문 30명과 인터뷰 5명이면 검증하기에 충분할지입니다. 이상으로 4조 발표를 마치겠습니다. 들어 주셔서 감사합니다. 질문 받겠습니다.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뿌리는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2026-10-26T21:25:39Z</dcterms:created>
  <dcterms:modified xsi:type="dcterms:W3CDTF">2026-10-26T21:25:39Z</dcterms:modified>
</cp:coreProperties>
</file>