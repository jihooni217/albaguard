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8c4ea9c0-4f4b-3b79-ac36-1bc964759854}">
          <p14:sldIdLst>
            <p14:sldId id="256"/>
            <p14:sldId id="257"/>
          </p14:sldIdLst>
        </p14:section>
        <p14:section name="② 문제 정의" id="{742ff0cd-760a-99c1-7495-7fa8fb2758cc}">
          <p14:sldIdLst>
            <p14:sldId id="258"/>
            <p14:sldId id="259"/>
          </p14:sldIdLst>
        </p14:section>
        <p14:section name="③ 솔루션·핵심 가치" id="{71cd2068-0cea-c705-a2f5-c71f5f31e037}">
          <p14:sldIdLst>
            <p14:sldId id="260"/>
            <p14:sldId id="261"/>
          </p14:sldIdLst>
        </p14:section>
        <p14:section name="④ SW 기술 아키텍처" id="{d467c2f7-0cf2-f17f-4ec2-fef50fac4211}">
          <p14:sldIdLst>
            <p14:sldId id="262"/>
            <p14:sldId id="263"/>
          </p14:sldIdLst>
        </p14:section>
        <p14:section name="⑤ 개발 현황·MVP 시연" id="{634484ae-7efe-e92d-a8b1-fe5965593401}">
          <p14:sldIdLst>
            <p14:sldId id="264"/>
            <p14:sldId id="265"/>
            <p14:sldId id="266"/>
            <p14:sldId id="267"/>
          </p14:sldIdLst>
        </p14:section>
        <p14:section name="⑥ 시장 분석·비즈니스 모델" id="{de83ad09-4063-3a5c-a637-8578a9036e10}">
          <p14:sldIdLst>
            <p14:sldId id="268"/>
            <p14:sldId id="269"/>
            <p14:sldId id="270"/>
          </p14:sldIdLst>
        </p14:section>
        <p14:section name="⑦ 초기 시장 검증" id="{8e9ba9da-6774-2b34-295e-32024fbe4ccc}">
          <p14:sldIdLst>
            <p14:sldId id="271"/>
          </p14:sldIdLst>
        </p14:section>
        <p14:section name="⑧ 향후 계획·팀 역량" id="{d2a6af5e-dbbf-2cd6-efd8-f579843de70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현황 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영상에 안 나오는 것은 말로 짚습니다: 캘린더의 연장 · 대타 표시(9장 캡처), 3단계 진정 안내(1350 · 노동포털 연결, 진정서는 만들지 않음).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페이지(jihooni217.github.io/albaguard/verify.html?h=92f6228a4349bdc8)를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 영상 마지막에 나오는 확인 번호는 92f6228a4349bdc8입니다. "녹화라서 못 믿겠다"는 질문이 오면 "지금 폰으로 jihooni217.github.io/albaguard/verify.html?h=92f6228a4349bdc8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개정법은 상습 체불 사업주 신용 제재입니다.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보람은 급여일에 한 번이라, 그 사이에도 머물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보람은 급여일에 한 번이라, 그 사이에도 머물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세다.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약점이 2차 구독(동기화 · 자동 백업)의 자리다.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가운데 세 줄(비교 · 요청 · 등록 시각)은 다른 서비스가 모두 X다. 알바가드가 채우는 칸이다. 진정 접수는 일부러 연결만 한다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기그와 달리 사장 가입 없이, 2 · 3의 전제</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비교 1 · 2, 요청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칸 하나가 아니라 기록 구조(사유 없이 못 고침 · 삭제도 흔적 · 고치면 다시 등록)라서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39초,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쓰고 대응까지: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보람은 급여일에 한 번. 그 사이 머물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92f6228a4349bdc8</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2026-10-26T00:23:04Z</dcterms:created>
  <dcterms:modified xsi:type="dcterms:W3CDTF">2026-10-26T00:23:04Z</dcterms:modified>
</cp:coreProperties>
</file>