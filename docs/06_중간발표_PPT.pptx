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ce89d31-c6f1-27ec-974c-54a75c42af54}">
          <p14:sldIdLst>
            <p14:sldId id="256"/>
            <p14:sldId id="257"/>
          </p14:sldIdLst>
        </p14:section>
        <p14:section name="② 문제 정의" id="{e436359c-393a-b6f5-3f30-22595e83d87b}">
          <p14:sldIdLst>
            <p14:sldId id="258"/>
            <p14:sldId id="259"/>
          </p14:sldIdLst>
        </p14:section>
        <p14:section name="③ 솔루션·핵심 가치" id="{39ae458f-f71f-cda9-fbd5-0257db57b2e1}">
          <p14:sldIdLst>
            <p14:sldId id="260"/>
            <p14:sldId id="261"/>
          </p14:sldIdLst>
        </p14:section>
        <p14:section name="④ SW 기술 아키텍처" id="{3bd3914a-5986-66ec-9e61-aa87aa648563}">
          <p14:sldIdLst>
            <p14:sldId id="262"/>
            <p14:sldId id="263"/>
          </p14:sldIdLst>
        </p14:section>
        <p14:section name="⑤ 개발 현황·MVP 시연" id="{27e775fd-0cf6-15fa-47f4-17620fb837da}">
          <p14:sldIdLst>
            <p14:sldId id="264"/>
            <p14:sldId id="265"/>
            <p14:sldId id="266"/>
            <p14:sldId id="267"/>
          </p14:sldIdLst>
        </p14:section>
        <p14:section name="⑥ 시장 분석·비즈니스 모델" id="{efbbbf35-4f8d-7df4-9150-8fd249a4bf12}">
          <p14:sldIdLst>
            <p14:sldId id="268"/>
            <p14:sldId id="269"/>
            <p14:sldId id="270"/>
          </p14:sldIdLst>
        </p14:section>
        <p14:section name="⑦ 초기 시장 검증" id="{2a7850f0-3664-4cf7-5974-e2e8b4ec3767}">
          <p14:sldIdLst>
            <p14:sldId id="271"/>
          </p14:sldIdLst>
        </p14:section>
        <p14:section name="⑧ 향후 계획·팀 역량" id="{d91efa97-1abf-e914-a90e-da5883905e4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타깃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대푯값이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타깃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2026-10-26T03:10:38Z</dcterms:created>
  <dcterms:modified xsi:type="dcterms:W3CDTF">2026-10-26T03:10:38Z</dcterms:modified>
</cp:coreProperties>
</file>