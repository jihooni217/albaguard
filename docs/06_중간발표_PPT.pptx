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b51b58e-5a95-957b-d906-8efba4e9594b}">
          <p14:sldIdLst>
            <p14:sldId id="256"/>
            <p14:sldId id="257"/>
          </p14:sldIdLst>
        </p14:section>
        <p14:section name="② 문제 정의" id="{9d5ee7d8-1c06-72a8-208d-a6b81074feb5}">
          <p14:sldIdLst>
            <p14:sldId id="258"/>
            <p14:sldId id="259"/>
          </p14:sldIdLst>
        </p14:section>
        <p14:section name="③ 솔루션·핵심 가치" id="{adada2f1-1849-0604-6007-fd5fd350fc1d}">
          <p14:sldIdLst>
            <p14:sldId id="260"/>
            <p14:sldId id="261"/>
          </p14:sldIdLst>
        </p14:section>
        <p14:section name="④ SW 기술 아키텍처" id="{280e737a-040d-c1f0-ba50-9734faa5d6cb}">
          <p14:sldIdLst>
            <p14:sldId id="262"/>
            <p14:sldId id="263"/>
          </p14:sldIdLst>
        </p14:section>
        <p14:section name="⑤ 개발 현황·MVP 시연" id="{5d998bcc-f1f4-913f-b75f-8495cb61814b}">
          <p14:sldIdLst>
            <p14:sldId id="264"/>
            <p14:sldId id="265"/>
            <p14:sldId id="266"/>
            <p14:sldId id="267"/>
          </p14:sldIdLst>
        </p14:section>
        <p14:section name="⑥ 시장 분석·비즈니스 모델" id="{c4443a6a-9514-be46-ac57-48621fe16379}">
          <p14:sldIdLst>
            <p14:sldId id="268"/>
            <p14:sldId id="269"/>
            <p14:sldId id="270"/>
          </p14:sldIdLst>
        </p14:section>
        <p14:section name="⑦ 초기 시장 검증" id="{955c16f8-a62c-c270-b425-1b9a349ae3b2}">
          <p14:sldIdLst>
            <p14:sldId id="271"/>
          </p14:sldIdLst>
        </p14:section>
        <p14:section name="⑧ 향후 계획·팀 역량" id="{a29615aa-1c28-8adb-a057-bd64f92c3bf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"화면의 269,352원은 앱 예시 데이터에서 두 달 동안 덜 받은 돈입니다. 통장 총액만 봐서는 보이지 않는 돈입니다.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교수님께서 괜찮으시면 발표가 끝난 뒤 질의응답 시간에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 48.0%는 알아챈 사람만 센 숫자라, "알아채기 어렵다"의 근거로는 저희 설문에서 통장 총액만 본다는 12명 중 7명을 같이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 · 기록 번호 · 무작위 기기 번호뿐입니다. 기기 번호는 처음 기록을 등록할 때 앱이 만든 난수라 휴대전화 번호가 아닙니다. 다만 출근 · 퇴근을 누를 때 바로 등록되므로, 등록 시각을 보면 언제쯤 기록했는지는 서버에서도 짐작할 수 있습니다. 기기 번호는 무작위라 이름과 이어지지는 않습니다.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앱에서 출근 · 퇴근을 눌러, 설정의 등록 건수가 2건 늘어나는 것만 보여 줍니다. (전날 · 당일 준비는 팀원 요약의 팀장 체크리스트에)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늘었으면 결과 페이지의 숫자로 "지금은 N명"이라고 덧붙입니다. 1행은 의향을 물은 것이라, 실제로 넣는지는 인터뷰 때 앱을 설치하게 하고 급여일 뒤에 따로 봅니다. 지인이라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마무리(25초): "처음 보여 드린 269,352원처럼, 통장만 봐서는 안 보이던 돈을 기록으로 꺼내는 것이 알바가드입니다.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 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기록한 때는 짐작할 수 있다(기기 번호는 무작위라 이름과 이어지지 않음).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2026-10-26T08:55:50Z</dcterms:created>
  <dcterms:modified xsi:type="dcterms:W3CDTF">2026-10-26T08:55:50Z</dcterms:modified>
</cp:coreProperties>
</file>