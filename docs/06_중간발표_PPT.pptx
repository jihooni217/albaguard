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0c57daaa-a738-08dd-803f-244d4a96f928}">
          <p14:sldIdLst>
            <p14:sldId id="256"/>
            <p14:sldId id="257"/>
          </p14:sldIdLst>
        </p14:section>
        <p14:section name="② 문제 정의" id="{91f2b062-c9b9-22f8-ef47-9fa6a387cbc7}">
          <p14:sldIdLst>
            <p14:sldId id="258"/>
            <p14:sldId id="259"/>
          </p14:sldIdLst>
        </p14:section>
        <p14:section name="③ 솔루션·핵심 가치" id="{20afb40f-b649-1042-0547-d2531ff4d786}">
          <p14:sldIdLst>
            <p14:sldId id="260"/>
            <p14:sldId id="261"/>
          </p14:sldIdLst>
        </p14:section>
        <p14:section name="④ SW 기술 아키텍처" id="{8031f7f1-a872-b7e3-12f2-10fdb9a0bf90}">
          <p14:sldIdLst>
            <p14:sldId id="262"/>
            <p14:sldId id="263"/>
          </p14:sldIdLst>
        </p14:section>
        <p14:section name="⑤ 개발 현황·MVP 시연" id="{f4bf8f63-a79b-1c5d-bc84-bdc450f4448d}">
          <p14:sldIdLst>
            <p14:sldId id="264"/>
            <p14:sldId id="265"/>
            <p14:sldId id="266"/>
            <p14:sldId id="267"/>
          </p14:sldIdLst>
        </p14:section>
        <p14:section name="⑥ 시장 분석·비즈니스 모델" id="{633d2418-61cd-7250-632b-cbdbebe97653}">
          <p14:sldIdLst>
            <p14:sldId id="268"/>
            <p14:sldId id="269"/>
            <p14:sldId id="270"/>
          </p14:sldIdLst>
        </p14:section>
        <p14:section name="⑦ 초기 시장 검증" id="{281af760-bf07-758e-5398-c8745d11e15a}">
          <p14:sldIdLst>
            <p14:sldId id="271"/>
          </p14:sldIdLst>
        </p14:section>
        <p14:section name="⑧ 향후 계획·팀 역량" id="{a5a4305b-a99e-1b49-fee1-b5e9fcb0fb9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앱보다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다른 서비스가 모두 X이고 알바가드만 O입니다.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늘렸고, 개정법은 상습 체불 사업주에게 신용 제재를 겁니다.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 안내를 못 받는 경우가 많고, 주휴 · 야간 계산 기준은 알기 어렵다.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다른 서비스가 모두 X다. 진정 접수는 일부러 연결만 한다</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푼다.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등록한다. 기그와 달리 사장이 가입하지 않아도 된다</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 만든다</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기록 구조 자체(사유 없이 못 고침 · 삭제도 흔적 · 고치면 다시 등록)라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 속한다.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체불 제재가 세졌고, 근거를 남긴 사람이 받아 내기 쉬워졌다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첫 사용자로 보는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돈을 확인하는 건 급여일에 한 번. 그 사이 앱을 열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폰을 바꾸거나 잃어버려도 기록이 남게 하는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링크를 올린다. "주휴수당 계산법" 짧은 영상도 만든다</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확인할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2026-10-26T00:50:16Z</dcterms:created>
  <dcterms:modified xsi:type="dcterms:W3CDTF">2026-10-26T00:50:16Z</dcterms:modified>
</cp:coreProperties>
</file>