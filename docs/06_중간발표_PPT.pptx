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b8b6579a-ea66-a0e7-f676-c368f4974a84}">
          <p14:sldIdLst>
            <p14:sldId id="256"/>
            <p14:sldId id="257"/>
          </p14:sldIdLst>
        </p14:section>
        <p14:section name="② 문제 정의" id="{f2bdba4e-8b8b-dfa8-05d6-4921df3fae57}">
          <p14:sldIdLst>
            <p14:sldId id="258"/>
            <p14:sldId id="259"/>
          </p14:sldIdLst>
        </p14:section>
        <p14:section name="③ 솔루션·핵심 가치" id="{b5274beb-6bce-0263-4a06-44b276e28b6d}">
          <p14:sldIdLst>
            <p14:sldId id="260"/>
            <p14:sldId id="261"/>
          </p14:sldIdLst>
        </p14:section>
        <p14:section name="④ SW 기술 아키텍처" id="{738573b1-709f-e145-52f2-804c15bfcbe2}">
          <p14:sldIdLst>
            <p14:sldId id="262"/>
            <p14:sldId id="263"/>
          </p14:sldIdLst>
        </p14:section>
        <p14:section name="⑤ 개발 현황·MVP 시연" id="{ad7a93dd-3eeb-b9b4-f123-c3964f8b78cf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9cc3e0e2-93b6-4e09-4039-3543cd533663}">
          <p14:sldIdLst>
            <p14:sldId id="268"/>
            <p14:sldId id="269"/>
            <p14:sldId id="270"/>
          </p14:sldIdLst>
        </p14:section>
        <p14:section name="⑦ 초기 시장 검증" id="{2f0a703b-33d3-aa96-29a3-c758b0114acf}">
          <p14:sldIdLst>
            <p14:sldId id="271"/>
          </p14:sldIdLst>
        </p14:section>
        <p14:section name="⑧ 향후 계획·팀 역량" id="{616a8ab5-cdc2-24de-b372-4815cb3e24fc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15일까지 7주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7일부터는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계획한 기능 8개 모두 동작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/ 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검증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1984248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설문 13명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42616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역할: 개발 이지훈 · 시장 손유호 · 검증 박명진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발표도 같은 순서로 나눠서 함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2642616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3명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300984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429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오늘 순서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03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문제 → 솔루션 → 기술 → 시연 3분 → 시장 · 수익 → 검증 · 일정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질문은 발표 뒤 한 번에</a:t>
            </a:r>
            <a:endParaRPr lang="en-US" sz="1000" dirty="0"/>
          </a:p>
        </p:txBody>
      </p:sp>
      <p:pic>
        <p:nvPicPr>
          <p:cNvPr id="16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9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0332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이유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스토어 없이 링크로 바로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근무 내용은 폰 안에만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공개키로는 넣기 · 읽기만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시각은 서버가 찍음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올리면 자동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기록을 밖으로 안 보내려고 기본은 끔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로그인이 없어 설문 · 인터뷰로 측정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검증(16쪽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192024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확인할 것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어떻게 · 기준 (팀이 정함)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못 미치면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+ 설문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입금 문자 자동 인식 앞당김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문구 톤 · 단계를 다시 짬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4명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설정 · 증빙 문구 수정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30명 이상 · 알바 중 반 이상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주휴수당 중심 메시지 변경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+ 인터뷰 · "싫다"가 반 미만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11/23 새 게임으로 전환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12/7 동결</a:t>
            </a:r>
            <a:endParaRPr lang="en-US" sz="900" dirty="0"/>
          </a:p>
        </p:txBody>
      </p:sp>
      <p:sp>
        <p:nvSpPr>
          <p:cNvPr id="13" name="마일스톤 5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12/15 기말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4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기록 등록 보강 막대"/>
          <p:cNvSpPr/>
          <p:nvPr/>
        </p:nvSpPr>
        <p:spPr>
          <a:xfrm>
            <a:off x="6250577" y="3602736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광고 실험 또는 새 게임 (11/23 결정) 막대"/>
          <p:cNvSpPr/>
          <p:nvPr/>
        </p:nvSpPr>
        <p:spPr>
          <a:xfrm>
            <a:off x="6871063" y="3950208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00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12/15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2026-10-27T01:27:49Z</dcterms:created>
  <dcterms:modified xsi:type="dcterms:W3CDTF">2026-10-27T01:27:49Z</dcterms:modified>
</cp:coreProperties>
</file>