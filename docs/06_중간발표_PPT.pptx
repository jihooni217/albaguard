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6806c200-6ec8-7ea1-c40b-1da7fc1e3240}">
          <p14:sldIdLst>
            <p14:sldId id="256"/>
            <p14:sldId id="257"/>
          </p14:sldIdLst>
        </p14:section>
        <p14:section name="② 문제 정의" id="{c5f38b47-3d73-cb0e-b05e-7d4257b987a7}">
          <p14:sldIdLst>
            <p14:sldId id="258"/>
            <p14:sldId id="259"/>
          </p14:sldIdLst>
        </p14:section>
        <p14:section name="③ 솔루션·핵심 가치" id="{59408be1-7afa-c9c9-d144-b1016bac79ee}">
          <p14:sldIdLst>
            <p14:sldId id="260"/>
            <p14:sldId id="261"/>
          </p14:sldIdLst>
        </p14:section>
        <p14:section name="④ SW 기술 아키텍처" id="{3a39b9ee-eb4f-d344-b073-4020afa1346c}">
          <p14:sldIdLst>
            <p14:sldId id="262"/>
            <p14:sldId id="263"/>
          </p14:sldIdLst>
        </p14:section>
        <p14:section name="⑤ 개발 현황·MVP 시연" id="{39970eae-2abe-d1ce-a252-27a96c0dddbf}">
          <p14:sldIdLst>
            <p14:sldId id="264"/>
            <p14:sldId id="265"/>
            <p14:sldId id="266"/>
            <p14:sldId id="267"/>
          </p14:sldIdLst>
        </p14:section>
        <p14:section name="⑥ 시장 분석·비즈니스 모델" id="{75e551d0-b47e-06e2-eaa9-bc808549516f}">
          <p14:sldIdLst>
            <p14:sldId id="268"/>
            <p14:sldId id="269"/>
            <p14:sldId id="270"/>
          </p14:sldIdLst>
        </p14:section>
        <p14:section name="⑦ 초기 시장 검증" id="{e5ba3b02-2e51-858f-f2af-5b528eb0be26}">
          <p14:sldIdLst>
            <p14:sldId id="271"/>
          </p14:sldIdLst>
        </p14:section>
        <p14:section name="⑧ 향후 계획·팀 역량" id="{9e53f84e-8d16-aafc-b3db-9dc28ed13df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첫 번째는 얼마를 받아야 하는지 계산하기 어렵다는 겁니다. 노동절에 일한 알바생 중 33.2%는 수당을 받는지 안내를 못 받아서 모른다고 답했습니다. 두 번째는 덜 받아도 알아채기 어렵다는 겁니다. 알바생의 48.0%가 임금 문제를 겪었다고 했는데, 저희 설문에서도 12명 중 7명이 통장에 들어온 총액만 본다고 답했습니다. 세 번째는 알아도 말을 꺼내기 어렵다는 겁니다. 최저시급보다 덜 받은 사람 중 49.3%는 아무 대응도 하지 않았습니다. 기록이 없으면 "나중에 지어낸 거 아니냐"는 한마디에 할 말이 없어지기 때문입니다. 참고로 이 세 숫자는 모두 알바천국 설문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하우머치는 예상 급여를 보여 주는 데서 멈추고, 기그는 사장님이 가입해야 쓸 수 있습니다. 알바천국 계산기는 기록이 남지 않고, 진정24는 증거가 이미 있어야 시작할 수 있습니다. 표 가운데 세 줄, 실제 받은 돈과 비교하기, 요청 문구와 증빙 만들기, 수정 이력과 등록 시각은 알바가드에만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앱은 React와 Vite로 만든 웹앱입니다. 앱스토어를 거치지 않고 링크로 바로 설치할 수 있고, 홈 화면에 추가해 두면 인터넷이 없어도 열립니다. 따로 서버는 두지 않았고, Supabase는 확인 번호 등록이랑 설문 수집에만 쓰고 있습니다. 코드를 올리면 GitHub Pages로 자동 배포됩니다. 서버를 최소한으로 둔 건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근무 기록을 근거로 한 요청 문구가 있으면, 알바생이 사장님께 말을 꺼낼 수 있다고 느끼고 실제로 쓸 거라는 겁니다. 이 가설을 11월에 설문 30명과 인터뷰 5명으로, 표에 있는 다섯 가지를 확인하려고 합니다.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그래서 11월 인터뷰에서는 요청 문구와 확인 번호를 직접 보여 주고 반응을 들어 보려고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처음에 보여 드린 금액처럼, 통장만 봐서는 보이지 않던 돈을 기록으로 찾아 주는 것, 그게 저희 알바가드입니다.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2026-10-26T21:05:00Z</dcterms:created>
  <dcterms:modified xsi:type="dcterms:W3CDTF">2026-10-26T21:05:00Z</dcterms:modified>
</cp:coreProperties>
</file>