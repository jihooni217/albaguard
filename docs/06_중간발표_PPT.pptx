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e72c584-e189-f720-ef48-c5135617dd0c}">
          <p14:sldIdLst>
            <p14:sldId id="256"/>
            <p14:sldId id="257"/>
          </p14:sldIdLst>
        </p14:section>
        <p14:section name="② 문제 정의" id="{5b072e54-5912-4794-0d0b-d77da0d69b57}">
          <p14:sldIdLst>
            <p14:sldId id="258"/>
            <p14:sldId id="259"/>
          </p14:sldIdLst>
        </p14:section>
        <p14:section name="③ 솔루션·핵심 가치" id="{6594b607-1845-7d83-c92b-4dc36c5d762a}">
          <p14:sldIdLst>
            <p14:sldId id="260"/>
            <p14:sldId id="261"/>
          </p14:sldIdLst>
        </p14:section>
        <p14:section name="④ SW 기술 아키텍처" id="{ef3736eb-b41c-28ce-b0c9-ff760c4cd6c6}">
          <p14:sldIdLst>
            <p14:sldId id="262"/>
            <p14:sldId id="263"/>
          </p14:sldIdLst>
        </p14:section>
        <p14:section name="⑤ 개발 현황·MVP 시연" id="{71a9db5d-f077-5cc2-b5a2-b7e4a0830ded}">
          <p14:sldIdLst>
            <p14:sldId id="264"/>
            <p14:sldId id="265"/>
            <p14:sldId id="266"/>
            <p14:sldId id="267"/>
          </p14:sldIdLst>
        </p14:section>
        <p14:section name="⑥ 시장 분석·비즈니스 모델" id="{6e95d965-cf68-d8d3-d557-ab818da714c0}">
          <p14:sldIdLst>
            <p14:sldId id="268"/>
            <p14:sldId id="269"/>
            <p14:sldId id="270"/>
          </p14:sldIdLst>
        </p14:section>
        <p14:section name="⑦ 초기 시장 검증" id="{01416b1e-bee9-5ee8-8528-40b478a40614}">
          <p14:sldIdLst>
            <p14:sldId id="271"/>
          </p14:sldIdLst>
        </p14:section>
        <p14:section name="⑧ 향후 계획·팀 역량" id="{d7c58001-cd2d-c2cc-8146-3fd4feaff0b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타깃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대푯값이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타깃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2026-10-26T03:03:45Z</dcterms:created>
  <dcterms:modified xsi:type="dcterms:W3CDTF">2026-10-26T03:03:45Z</dcterms:modified>
</cp:coreProperties>
</file>