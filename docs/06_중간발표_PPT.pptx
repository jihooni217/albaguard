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9fc44300-850b-e83c-011a-e13619690a7e}">
          <p14:sldIdLst>
            <p14:sldId id="256"/>
            <p14:sldId id="257"/>
          </p14:sldIdLst>
        </p14:section>
        <p14:section name="② 문제 정의" id="{599e9023-a513-6c85-1ea3-6fd0dc10a4a9}">
          <p14:sldIdLst>
            <p14:sldId id="258"/>
            <p14:sldId id="259"/>
          </p14:sldIdLst>
        </p14:section>
        <p14:section name="③ 솔루션·핵심 가치" id="{252b278a-0cf9-927e-349f-c5d8865d4c5d}">
          <p14:sldIdLst>
            <p14:sldId id="260"/>
            <p14:sldId id="261"/>
          </p14:sldIdLst>
        </p14:section>
        <p14:section name="④ SW 기술 아키텍처" id="{71c75c0c-ef04-d3d9-abce-a9400d2be507}">
          <p14:sldIdLst>
            <p14:sldId id="262"/>
            <p14:sldId id="263"/>
          </p14:sldIdLst>
        </p14:section>
        <p14:section name="⑤ 개발 현황·MVP 시연" id="{c609016a-8ce1-9fb9-09b5-e6f874c6ba5a}">
          <p14:sldIdLst>
            <p14:sldId id="264"/>
            <p14:sldId id="265"/>
            <p14:sldId id="266"/>
            <p14:sldId id="267"/>
          </p14:sldIdLst>
        </p14:section>
        <p14:section name="⑥ 시장 분석·비즈니스 모델" id="{3aeac20f-6d68-c3dd-eaad-5a4d6f2f452b}">
          <p14:sldIdLst>
            <p14:sldId id="268"/>
            <p14:sldId id="269"/>
            <p14:sldId id="270"/>
          </p14:sldIdLst>
        </p14:section>
        <p14:section name="⑦ 초기 시장 검증" id="{61716ad5-a243-b45d-1bd8-1e17f17814a7}">
          <p14:sldIdLst>
            <p14:sldId id="271"/>
          </p14:sldIdLst>
        </p14:section>
        <p14:section name="⑧ 향후 계획·팀 역량" id="{d0db7389-3cb0-24c1-fcd1-565a95f8f87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영상은 다음 장. 단계마다 멈추고 설명한다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 11월 설문은 참고값)</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칸에는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알바 중인 응답자의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2026-10-25T23:31:16Z</dcterms:created>
  <dcterms:modified xsi:type="dcterms:W3CDTF">2026-10-25T23:31:16Z</dcterms:modified>
</cp:coreProperties>
</file>