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b334472c-d47f-1125-54d8-0926bd9a2d88}">
          <p14:sldIdLst>
            <p14:sldId id="256"/>
            <p14:sldId id="257"/>
          </p14:sldIdLst>
        </p14:section>
        <p14:section name="② 문제 정의" id="{7ee5264c-0603-768b-8839-bfb9c3dbaa0d}">
          <p14:sldIdLst>
            <p14:sldId id="258"/>
            <p14:sldId id="259"/>
          </p14:sldIdLst>
        </p14:section>
        <p14:section name="③ 솔루션·핵심 가치" id="{b1879bb0-104f-d8c4-be83-21d101eecf0d}">
          <p14:sldIdLst>
            <p14:sldId id="260"/>
            <p14:sldId id="261"/>
          </p14:sldIdLst>
        </p14:section>
        <p14:section name="④ SW 기술 아키텍처" id="{dda6699a-82cd-96a4-692c-4f384b13e956}">
          <p14:sldIdLst>
            <p14:sldId id="262"/>
            <p14:sldId id="263"/>
          </p14:sldIdLst>
        </p14:section>
        <p14:section name="⑤ 개발 현황·MVP 시연" id="{885d4f33-31f6-56ef-c355-f0efe6172902}">
          <p14:sldIdLst>
            <p14:sldId id="264"/>
            <p14:sldId id="265"/>
            <p14:sldId id="266"/>
            <p14:sldId id="267"/>
          </p14:sldIdLst>
        </p14:section>
        <p14:section name="⑥ 시장 분석·비즈니스 모델" id="{ef060a24-4dd6-4a62-94f5-6ffa7a0b8658}">
          <p14:sldIdLst>
            <p14:sldId id="268"/>
            <p14:sldId id="269"/>
            <p14:sldId id="270"/>
          </p14:sldIdLst>
        </p14:section>
        <p14:section name="⑦ 초기 시장 검증" id="{78b80d4e-656c-a8d8-5f4b-f33789ae5318}">
          <p14:sldIdLst>
            <p14:sldId id="271"/>
          </p14:sldIdLst>
        </p14:section>
        <p14:section name="⑧ 향후 계획·팀 역량" id="{ea342422-42b2-ed68-8a6d-916dc538d0f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"화면의 269,352원은 앱 예시 데이터에서 두 달 동안 덜 받은 돈입니다. 통장 총액만 봐서는 보이지 않는 돈입니다.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설문은 지금까지 13명이 답했고, 앱을 직접 써 보게 하는 인터뷰는 11월에 합니다. 오른쪽 QR은 앱과 설문입니다. 설문은 이름을 받지 않고 3분이라, 교수님께서 괜찮으시면 발표가 끝난 뒤 질의응답 시간에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우리 설문(13명)에서도 주휴 · 야간 계산에 자신 있다는 사람은 4명뿐이었다고 덧붙입니다. 48.0%는 알아챈 사람만 센 숫자라, "알아채기 어렵다"의 근거로는 저희 설문에서 통장 총액만 본다는 12명 중 7명을 같이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 · 기록 번호 · 무작위 기기 번호뿐입니다. 기기 번호는 처음 기록을 등록할 때 앱이 만든 난수라 휴대전화 번호가 아닙니다. 다만 출근 · 퇴근을 누를 때 바로 등록되므로, 등록 시각을 보면 언제쯤 기록했는지는 서버에서도 짐작할 수 있습니다. 기기 번호는 무작위라 이름과 이어지지는 않습니다.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앱에서 출근 · 퇴근을 눌러, 설정의 등록 건수가 2건 늘어나는 것만 보여 줍니다. (전날 · 당일 준비는 팀원 요약의 팀장 체크리스트에)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문항(지금까지 13명 중 "싫다" 4명)과 승인 뒤 게임 화면 열람 수로 확인합니다. 운영 비용은 지금 서버 0원 · 배포 0원이라 수익이 0이어도 서비스는 돌아가고, 인건비는 팀 3명입니다. 넘길 때: "주 15시간 이상 일하는 사람이 많은지는 설문으로 확인하고 있습니다. 지금까지 13명이 답했고, 결과와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13명의 중간 결과입니다(지금 알바 중 2 · 예전에 했음 10 · 한 적 없음 1, 지인 중심이라 정식 조사가 아닙니다). 매달 받은 금액을 넣겠다는 사람이 13명 중 11명("할 만하다" 4, "귀찮지만 할 것 같다" 7),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13명 중 8명, 통장 총액만 본다는 사람이 12명 중 7명입니다. 불리한 결과도 말합니다. 가장 쓸모 있는 기능으로 정산 요청 메시지와 기록 등록을 고른 사람은 없었고(덜 받은 돈 알려 주기 7명,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늘었으면 결과 페이지의 숫자로 "지금은 N명"이라고 덧붙입니다. 1행은 의향을 물은 것이라, 실제로 넣는지는 인터뷰 때 앱을 설치하게 하고 급여일 뒤에 따로 봅니다. 지인이라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열어 지금 13명이고, 11/16까지 손유호가 30명을 채웁니다. 그리고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마무리(25초): "처음 보여 드린 269,352원처럼, 통장만 봐서는 안 보이던 돈을 기록으로 꺼내는 것이 알바가드입니다.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2026-10-26T09:11:58Z</dcterms:created>
  <dcterms:modified xsi:type="dcterms:W3CDTF">2026-10-26T09:11:58Z</dcterms:modified>
</cp:coreProperties>
</file>