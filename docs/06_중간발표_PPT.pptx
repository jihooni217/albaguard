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72c38253-11b5-8a02-c52b-904c9c0f9c92}">
          <p14:sldIdLst>
            <p14:sldId id="256"/>
            <p14:sldId id="257"/>
          </p14:sldIdLst>
        </p14:section>
        <p14:section name="② 문제 정의" id="{030643e4-edf9-6a1c-f572-d4586aee0572}">
          <p14:sldIdLst>
            <p14:sldId id="258"/>
            <p14:sldId id="259"/>
          </p14:sldIdLst>
        </p14:section>
        <p14:section name="③ 솔루션·핵심 가치" id="{6c2b4ac5-2ffd-2ed1-41f0-6ecfd01392e8}">
          <p14:sldIdLst>
            <p14:sldId id="260"/>
            <p14:sldId id="261"/>
          </p14:sldIdLst>
        </p14:section>
        <p14:section name="④ SW 기술 아키텍처" id="{726faa72-4081-5457-bd47-6fb572f60d1a}">
          <p14:sldIdLst>
            <p14:sldId id="262"/>
            <p14:sldId id="263"/>
          </p14:sldIdLst>
        </p14:section>
        <p14:section name="⑤ 개발 현황·MVP 시연" id="{34d1e676-1394-2b82-1866-99d92dd020e6}">
          <p14:sldIdLst>
            <p14:sldId id="264"/>
            <p14:sldId id="265"/>
            <p14:sldId id="266"/>
            <p14:sldId id="267"/>
          </p14:sldIdLst>
        </p14:section>
        <p14:section name="⑥ 시장 분석·비즈니스 모델" id="{8af87b27-3d29-e2b9-6e95-4ee8ca170e19}">
          <p14:sldIdLst>
            <p14:sldId id="268"/>
            <p14:sldId id="269"/>
            <p14:sldId id="270"/>
          </p14:sldIdLst>
        </p14:section>
        <p14:section name="⑦ 초기 시장 검증" id="{295fff2b-341a-fac1-0d00-ba3febe59557}">
          <p14:sldIdLst>
            <p14:sldId id="271"/>
          </p14:sldIdLst>
        </p14:section>
        <p14:section name="⑧ 향후 계획·팀 역량" id="{e6ec1c08-a621-2b69-a295-866ae37dafef}">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"화면의 269,352원은 앱 예시 데이터에서 두 달 동안 덜 받은 돈입니다. 통장 총액만 봐서는 보이지 않는 돈입니다.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설문은 지금까지 13명이 답했고, 앱을 직접 써 보게 하는 인터뷰는 11월에 합니다. 오른쪽 QR은 앱과 설문입니다. 설문은 이름을 받지 않고 3분이라, 교수님께서 괜찮으시면 발표가 끝난 뒤 질의응답 시간에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"노동절 수당조차 안내받지 못하는 경우가 있다"까지만 말하고, 우리 설문(13명)에서도 주휴 · 야간 계산에 자신 있다는 사람은 4명뿐이었다고 덧붙입니다. 48.0%는 알아챈 사람만 센 숫자라, "알아채기 어렵다"의 근거로는 저희 설문에서 통장 총액만 본다는 12명 중 7명을 같이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폰 안에서 모든 계산이 끝나고, 서버로 가는 건 확인 번호 · 기록 번호 · 무작위 기기 번호뿐입니다. 기기 번호는 처음 기록을 등록할 때 앱이 만든 난수라 휴대전화 번호가 아닙니다. 다만 출근 · 퇴근을 누를 때 바로 등록되므로, 등록 시각을 보면 언제쯤 기록했는지는 서버에서도 짐작할 수 있습니다. 기기 번호는 무작위라 이름과 이어지지는 않습니다.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단계(기록 → 비교 → 요청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앱에서 출근 · 퇴근을 눌러, 설정의 등록 건수가 2건 늘어나는 것만 보여 줍니다. (전날 · 당일 준비는 팀원 요약의 팀장 체크리스트에)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70~90%냐고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씀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문항(지금까지 13명 중 "싫다" 4명)과 승인 뒤 게임 화면 열람 수로 확인합니다. 운영 비용은 지금 서버 0원 · 배포 0원이라 수익이 0이어도 서비스는 돌아가고, 인건비는 팀 3명입니다. 넘길 때: "주 15시간 이상 일하는 사람이 많은지는 설문으로 확인하고 있습니다. 지금까지 13명이 답했고, 결과와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가설은 9월 기획서의 문장입니다. 표의 기준은 팀이 정한 목표이지 데이터가 아닙니다. 오른쪽 끝 칸이 10/26까지 받은 설문 13명의 중간 결과입니다(지금 알바 중 2 · 예전에 했음 10 · 한 적 없음 1, 지인 중심이라 정식 조사가 아닙니다). 매달 받은 금액을 넣겠다는 사람이 13명 중 11명("할 만하다" 4, "귀찮지만 할 것 같다" 7), 게임 화면 광고를 싫다고 한 사람은 4명이었습니다. 주 15시간 기준은 지금 알바 중인 응답자가 2명뿐이라 판단을 미룹니다. 요청 문구와 확인 번호는 인터뷰 문항이라 11월에 확인합니다. 문제 쪽도 확인됐습니다. 급여 때 "내 계산이 맞는지"가 걱정이라는 사람이 13명 중 8명, 통장 총액만 본다는 사람이 12명 중 7명입니다. 불리한 결과도 말합니다. 가장 쓸모 있는 기능으로 정산 요청 메시지와 기록 등록을 고른 사람은 없었고(덜 받은 돈 알려 주기 7명, 출퇴근 기록 4명), 미니게임은 "안 쓸 것 같은 기능" 1위(6명)였습니다. 그래서 인터뷰에서 문구와 확인 번호를 직접 보여 주고 반응을 봅니다. 모집은 학과 · 동아리 단톡, 에브리타임, 그리고 오늘 이 자리(QR)입니다. 인터뷰 5명은 지인 중 지금 알바 중인 사람으로 11/3~11/9에 합니다. 결과는 사람 수로만 말하고 %는 30명 이상일 때만 씁니다. 당일 아침 응답이 늘었으면 결과 페이지의 숫자로 "지금은 N명"이라고 덧붙입니다. 1행은 의향을 물은 것이라, 실제로 넣는지는 인터뷰 때 앱을 설치하게 하고 급여일 뒤에 따로 봅니다. 지인이라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10/23에 열어 지금 13명이고, 11/16까지 손유호가 30명을 채웁니다. 그리고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마무리(25초): "처음 보여 드린 269,352원처럼, 통장만 봐서는 안 보이던 돈을 기록으로 꺼내는 것이 알바가드입니다. 저희가 여쭙고 싶은 것 두 가지입니다. 문서 유료화를 피하면서 가능한 수익 모델이 더 있을지, 그리고 설문 30명 · 인터뷰 5명이면 충분한지입니다. 질문받겠습니다." 이 장은 질의응답 내내 띄워 둡니다.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 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기록한 때는 짐작할 수 있다(기기 번호는 무작위라 이름과 이어지지 않음).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아니냐"는 말을 들을 때 쓸모가 생기는 기능이라 아직 와닿지 않는다고 본다. 인터뷰에서 그 상황을 설명하고 반응을 본다(검증 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13명</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a:t>
            </a:r>
            <a:endParaRPr lang="en-US" sz="1200" dirty="0"/>
          </a:p>
          <a:p>
            <a:pPr indent="0" marL="0">
              <a:buNone/>
            </a:pPr>
            <a:r>
              <a:rPr lang="en-US" sz="1200" dirty="0">
                <a:solidFill>
                  <a:schemeClr val="tx1"/>
                </a:solidFill>
              </a:rPr>
              <a:t>기그는 사장이 가입해야,</a:t>
            </a:r>
            <a:endParaRPr lang="en-US" sz="1200" dirty="0"/>
          </a:p>
          <a:p>
            <a:pPr indent="0" marL="0">
              <a:buNone/>
            </a:pPr>
            <a:r>
              <a:rPr lang="en-US" sz="1200" dirty="0">
                <a:solidFill>
                  <a:schemeClr val="tx1"/>
                </a:solidFill>
              </a:rPr>
              <a:t>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240280"/>
                <a:gridCol w="2514600"/>
                <a:gridCol w="1920240"/>
                <a:gridCol w="155448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00" b="1" dirty="0">
                          <a:solidFill>
                            <a:srgbClr val="15171A"/>
                          </a:solidFill>
                        </a:rPr>
                        <a:t>매달 받은 금액을 직접 넣음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설문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입금 문자 자동 인식 앞당김</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11명 "넣겠다"</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요청 문구를 실제로 보낼 수 있음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문구 톤 · 단계를 다시 짬</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확인 번호 설명이 이해됨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인터뷰 · 5명 중 4명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설정 · 증빙 문구 수정</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가장 쓸모 0명</a:t>
                      </a:r>
                      <a:endParaRPr lang="en-US" sz="1100" dirty="0"/>
                    </a:p>
                    <a:p>
                      <a:pPr indent="0" marL="0">
                        <a:buNone/>
                      </a:pPr>
                      <a:r>
                        <a:rPr lang="en-US" sz="1100" dirty="0">
                          <a:solidFill>
                            <a:srgbClr val="5D636D"/>
                          </a:solidFill>
                        </a:rPr>
                        <a:t>11월 인터뷰</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타깃 중 주 15시간 이상이 다수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30명 이상 · 알바 중 반 이상</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주휴수당 중심 메시지 변경</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5D636D"/>
                          </a:solidFill>
                        </a:rPr>
                        <a:t>알바 중 2명, 보류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00" b="1" dirty="0">
                          <a:solidFill>
                            <a:srgbClr val="15171A"/>
                          </a:solidFill>
                        </a:rPr>
                        <a:t>게임 화면 광고를 받아들임</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설문 + 인터뷰 · "싫다"가 반 미만</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dirty="0">
                          <a:solidFill>
                            <a:srgbClr val="15171A"/>
                          </a:solidFill>
                        </a:rPr>
                        <a:t>11/23 새 게임으로 전환</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00" b="1" dirty="0">
                          <a:solidFill>
                            <a:srgbClr val="0F7A55"/>
                          </a:solidFill>
                        </a:rPr>
                        <a:t>"싫다" 4명</a:t>
                      </a:r>
                      <a:endParaRPr lang="en-US" sz="1100" dirty="0"/>
                    </a:p>
                    <a:p>
                      <a:pPr indent="0" marL="0">
                        <a:buNone/>
                      </a:pPr>
                      <a:r>
                        <a:rPr lang="en-US" sz="1100" b="1" dirty="0">
                          <a:solidFill>
                            <a:srgbClr val="0F7A55"/>
                          </a:solidFill>
                        </a:rPr>
                        <a:t>안 쓸 기능 1위(6명)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2026-10-26T09:05:02Z</dcterms:created>
  <dcterms:modified xsi:type="dcterms:W3CDTF">2026-10-26T09:05:02Z</dcterms:modified>
</cp:coreProperties>
</file>