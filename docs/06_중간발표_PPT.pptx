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156bb4b6-521a-5d93-4be9-2272ca530236}">
          <p14:sldIdLst>
            <p14:sldId id="256"/>
            <p14:sldId id="257"/>
          </p14:sldIdLst>
        </p14:section>
        <p14:section name="② 문제 정의" id="{7d0a66d6-dc4c-28e8-6faa-eeea28c6288a}">
          <p14:sldIdLst>
            <p14:sldId id="258"/>
            <p14:sldId id="259"/>
          </p14:sldIdLst>
        </p14:section>
        <p14:section name="③ 솔루션·핵심 가치" id="{79152eee-6db7-bbb6-6bf4-21fc032c6a63}">
          <p14:sldIdLst>
            <p14:sldId id="260"/>
            <p14:sldId id="261"/>
          </p14:sldIdLst>
        </p14:section>
        <p14:section name="④ SW 기술 아키텍처" id="{9c4d2f7f-61c8-0a3b-0369-365a8af601a8}">
          <p14:sldIdLst>
            <p14:sldId id="262"/>
            <p14:sldId id="263"/>
          </p14:sldIdLst>
        </p14:section>
        <p14:section name="⑤ 개발 현황·MVP 시연" id="{cd53fce4-a68a-5ac2-cd33-ba778dfbdb5a}">
          <p14:sldIdLst>
            <p14:sldId id="264"/>
            <p14:sldId id="265"/>
            <p14:sldId id="266"/>
            <p14:sldId id="267"/>
          </p14:sldIdLst>
        </p14:section>
        <p14:section name="⑥ 시장 분석·비즈니스 모델" id="{d260c910-2460-6892-0c27-487e8ca17eb2}">
          <p14:sldIdLst>
            <p14:sldId id="268"/>
            <p14:sldId id="269"/>
            <p14:sldId id="270"/>
          </p14:sldIdLst>
        </p14:section>
        <p14:section name="⑦ 초기 시장 검증" id="{9dc31123-7ecd-b277-8663-e0ff1bfecb71}">
          <p14:sldIdLst>
            <p14:sldId id="271"/>
          </p14:sldIdLst>
        </p14:section>
        <p14:section name="⑧ 향후 계획·팀 역량" id="{f2a58000-2c1d-b7a0-acdc-725e08a4984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모아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맞습니다.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맞습니다.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 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2026-10-26T06:49:44Z</dcterms:created>
  <dcterms:modified xsi:type="dcterms:W3CDTF">2026-10-26T06:49:44Z</dcterms:modified>
</cp:coreProperties>
</file>