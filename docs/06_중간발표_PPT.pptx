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5f1cbe77-5160-2bbd-4094-f51ec8d0fa7f}">
          <p14:sldIdLst>
            <p14:sldId id="256"/>
            <p14:sldId id="257"/>
          </p14:sldIdLst>
        </p14:section>
        <p14:section name="② 문제 정의" id="{662f2aed-1ab1-8843-0ee6-cc4c4e3aa299}">
          <p14:sldIdLst>
            <p14:sldId id="258"/>
            <p14:sldId id="259"/>
          </p14:sldIdLst>
        </p14:section>
        <p14:section name="③ 솔루션·핵심 가치" id="{1b79aeb6-d094-9b35-5854-26837a0210bc}">
          <p14:sldIdLst>
            <p14:sldId id="260"/>
            <p14:sldId id="261"/>
          </p14:sldIdLst>
        </p14:section>
        <p14:section name="④ SW 기술 아키텍처" id="{f6a62829-4324-38f4-4ae4-d70444c2a303}">
          <p14:sldIdLst>
            <p14:sldId id="262"/>
            <p14:sldId id="263"/>
          </p14:sldIdLst>
        </p14:section>
        <p14:section name="⑤ 개발 현황·MVP 시연" id="{ea2accc3-e785-2837-0f43-e506736b1b8b}">
          <p14:sldIdLst>
            <p14:sldId id="264"/>
            <p14:sldId id="265"/>
            <p14:sldId id="266"/>
            <p14:sldId id="267"/>
          </p14:sldIdLst>
        </p14:section>
        <p14:section name="⑥ 시장 분석·비즈니스 모델" id="{6fbf05ed-c5b6-6d73-eb71-1c0a9729c260}">
          <p14:sldIdLst>
            <p14:sldId id="268"/>
            <p14:sldId id="269"/>
            <p14:sldId id="270"/>
          </p14:sldIdLst>
        </p14:section>
        <p14:section name="⑦ 초기 시장 검증" id="{95ae43e5-969a-68fe-c042-ef38d25909c1}">
          <p14:sldIdLst>
            <p14:sldId id="271"/>
          </p14:sldIdLst>
        </p14:section>
        <p14:section name="⑧ 향후 계획·팀 역량" id="{15346879-1e96-fcea-8fd1-90aa9c2934a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설문은 지금까지 13명이 답했고, 앱을 직접 써 보게 하는 인터뷰는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우리 설문(13명)에서도 주휴 · 야간 계산에 자신 있다는 사람은 4명뿐이었다고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봅니다. 그다음 폰의 와이파이를 끄고 데이터로 확인 페이지(jihooni217.github.io/albaguard/verify.html?h=da3e2a7ad7e298db)를 열어 등록 시각이 나오는지 봅니다.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문항(지금까지 13명 중 "싫다" 4명)과 승인 뒤 게임 화면 열람 수로 확인합니다. 운영 비용은 지금 서버 0원 · 배포 0원이라 수익이 0이어도 서비스는 돌아가고, 인건비는 팀 3명입니다. 넘길 때: "주 15시간 이상 일하는 사람이 많은지는 설문으로 확인하고 있습니다. 지금까지 13명이 답했고, 결과와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13명의 중간 결과입니다(지금 알바 중 2 · 예전에 했음 10 · 한 적 없음 1, 지인 중심이라 정식 조사가 아닙니다). 매달 받은 금액을 넣겠다는 사람이 13명 중 11명("할 만하다" 4, "귀찮지만 할 것 같다" 7),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13명 중 8명, 통장 총액만 본다는 사람이 12명 중 7명입니다. 불리한 결과도 말합니다. 가장 쓸모 있는 기능으로 정산 요청 메시지와 기록 등록을 고른 사람은 없었고(덜 받은 돈 알려 주기 7명,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더 늘었으면 결과 페이지(survey-results.html)의 숫자로 "지금은 N명"이라고 덧붙입니다. 강의실 인터넷이 되고 교수님 양해를 받으면 결과 페이지를 60초만 띄울 수 있습니다(자유 의견은 띄우지 않음). 1행은 의향을 묻는 것이라 한계가 있습니다. 실제로 넣는지는 인터뷰 때 앱을 설치하게 하고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열어 지금 13명이고, 11/16까지 손유호가 30명을 채웁니다. 그리고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 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아니냐"는 말을 들을 때 쓸모가 생기는 기능이라 아직 와닿지 않는다고 본다. 인터뷰에서 그 상황을 설명하고 반응을 본다(검증 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2026-10-26T08:35:39Z</dcterms:created>
  <dcterms:modified xsi:type="dcterms:W3CDTF">2026-10-26T08:35:39Z</dcterms:modified>
</cp:coreProperties>
</file>