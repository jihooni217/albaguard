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c7edffe0-8bf9-3493-63aa-e4b8b61dc1c8}">
          <p14:sldIdLst>
            <p14:sldId id="256"/>
            <p14:sldId id="257"/>
          </p14:sldIdLst>
        </p14:section>
        <p14:section name="② 문제 정의" id="{e929de16-6de7-2c29-b530-1a7baf28aa74}">
          <p14:sldIdLst>
            <p14:sldId id="258"/>
            <p14:sldId id="259"/>
          </p14:sldIdLst>
        </p14:section>
        <p14:section name="③ 솔루션·핵심 가치" id="{6c07fed3-7e30-a78e-17e1-3b7e723886fd}">
          <p14:sldIdLst>
            <p14:sldId id="260"/>
            <p14:sldId id="261"/>
          </p14:sldIdLst>
        </p14:section>
        <p14:section name="④ SW 기술 아키텍처" id="{1c88b602-f1b2-a197-6f04-1f1c13495cd9}">
          <p14:sldIdLst>
            <p14:sldId id="262"/>
            <p14:sldId id="263"/>
          </p14:sldIdLst>
        </p14:section>
        <p14:section name="⑤ 개발 현황·MVP 시연" id="{a9fe717d-876d-02d2-43bf-15d7cab8f3ef}">
          <p14:sldIdLst>
            <p14:sldId id="264"/>
            <p14:sldId id="265"/>
            <p14:sldId id="266"/>
            <p14:sldId id="267"/>
          </p14:sldIdLst>
        </p14:section>
        <p14:section name="⑥ 시장 분석·비즈니스 모델" id="{f316ad09-093c-d6aa-4873-3718e316eeef}">
          <p14:sldIdLst>
            <p14:sldId id="268"/>
            <p14:sldId id="269"/>
            <p14:sldId id="270"/>
          </p14:sldIdLst>
        </p14:section>
        <p14:section name="⑦ 초기 시장 검증" id="{a6695a5a-eeba-ab44-e8e4-9d23b2bc8f2a}">
          <p14:sldIdLst>
            <p14:sldId id="271"/>
          </p14:sldIdLst>
        </p14:section>
        <p14:section name="⑧ 향후 계획·팀 역량" id="{7b65dd63-e5e9-b5ab-f7ce-fb0d01e0ee0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기록 구조 자체(사유 없이 못 고침 · 삭제도 흔적 · 고치면 다시 등록)라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2026-10-26T00:40:46Z</dcterms:created>
  <dcterms:modified xsi:type="dcterms:W3CDTF">2026-10-26T00:40:46Z</dcterms:modified>
</cp:coreProperties>
</file>