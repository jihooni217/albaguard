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71137faa-9724-fe7c-a676-4bed64b4bb01}">
          <p14:sldIdLst>
            <p14:sldId id="256"/>
            <p14:sldId id="257"/>
          </p14:sldIdLst>
        </p14:section>
        <p14:section name="② 문제 정의" id="{2b9cd49a-1de1-9e05-f17d-e38ea5910c54}">
          <p14:sldIdLst>
            <p14:sldId id="258"/>
            <p14:sldId id="259"/>
          </p14:sldIdLst>
        </p14:section>
        <p14:section name="③ 솔루션·핵심 가치" id="{f03443b4-39a6-4f72-d735-9a4b38f616b3}">
          <p14:sldIdLst>
            <p14:sldId id="260"/>
            <p14:sldId id="261"/>
          </p14:sldIdLst>
        </p14:section>
        <p14:section name="④ SW 기술 아키텍처" id="{2c139cca-0e1a-de6e-084a-7b3e81ac194c}">
          <p14:sldIdLst>
            <p14:sldId id="262"/>
            <p14:sldId id="263"/>
          </p14:sldIdLst>
        </p14:section>
        <p14:section name="⑤ 개발 현황·MVP 시연" id="{0cef33bd-06d0-b53f-1b44-c332dba2c995}">
          <p14:sldIdLst>
            <p14:sldId id="264"/>
            <p14:sldId id="265"/>
            <p14:sldId id="266"/>
            <p14:sldId id="267"/>
          </p14:sldIdLst>
        </p14:section>
        <p14:section name="⑥ 시장 분석·비즈니스 모델" id="{ddc4af77-8d7b-3e74-bd8e-938fd26740e2}">
          <p14:sldIdLst>
            <p14:sldId id="268"/>
            <p14:sldId id="269"/>
            <p14:sldId id="270"/>
          </p14:sldIdLst>
        </p14:section>
        <p14:section name="⑦ 초기 시장 검증" id="{151a79ff-0783-f073-c4b3-3a71a54aec35}">
          <p14:sldIdLst>
            <p14:sldId id="271"/>
          </p14:sldIdLst>
        </p14:section>
        <p14:section name="⑧ 향후 계획·팀 역량" id="{dcf1587c-cd76-629b-d6c2-71556058f9b3}">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인터넷이 되고 시간이 남으면 같은 순서를 실제 앱으로 한 번 더 보여 줘도 됩니다. 전날 할 일: Supabase 대시보드에서 프로젝트 상태를 확인하고(잠들어 있으면 Restore) 앱에서 출근 · 퇴근을 눌러 설정 탭에 "2건 등록됨"이 뜨는지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기그처럼 사장이 가입할 필요가 없다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 (줄이 늘어남)</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영상은 다음 장. 단계마다 멈추고 설명한다</a:t>
            </a:r>
            <a:endParaRPr lang="en-US" sz="1000" dirty="0"/>
          </a:p>
          <a:p>
            <a:pPr marL="127000" indent="-127000">
              <a:spcAft>
                <a:spcPts val="300"/>
              </a:spcAft>
              <a:buSzPct val="100000"/>
              <a:buChar char="•"/>
            </a:pPr>
            <a:r>
              <a:rPr lang="en-US" sz="1000" dirty="0">
                <a:solidFill>
                  <a:schemeClr val="tx1"/>
                </a:solidFill>
              </a:rPr>
              <a:t>인터넷이 되면 같은 순서를 실제 앱으로도 보여 줄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사진 자동 인식(보류)</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10/13 MVP 정의서의 포함 8 · 제외 6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이상은 11월 설문으로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쓰면서 대응까지 가는 서비스가 없다</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2×2의 왼쪽 위 칸이 비어 있다.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가설 하나를 11월에 다섯 가지로 잰다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응답 30명 넘을 때 비율로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설문 · 인터뷰</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검증</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운영 · 검증</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2026-10-25T17:35:41Z</dcterms:created>
  <dcterms:modified xsi:type="dcterms:W3CDTF">2026-10-25T17:35:41Z</dcterms:modified>
</cp:coreProperties>
</file>