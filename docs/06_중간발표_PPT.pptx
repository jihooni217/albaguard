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eda0a71f-1d90-de7c-1efc-9315bdd53303}">
          <p14:sldIdLst>
            <p14:sldId id="256"/>
            <p14:sldId id="257"/>
          </p14:sldIdLst>
        </p14:section>
        <p14:section name="② 문제 정의" id="{3b34af3b-242a-d64b-5da8-9b8db54599ca}">
          <p14:sldIdLst>
            <p14:sldId id="258"/>
            <p14:sldId id="259"/>
          </p14:sldIdLst>
        </p14:section>
        <p14:section name="③ 솔루션·핵심 가치" id="{aef5cf51-cdad-31eb-466c-e4b61cfd7aa2}">
          <p14:sldIdLst>
            <p14:sldId id="260"/>
            <p14:sldId id="261"/>
          </p14:sldIdLst>
        </p14:section>
        <p14:section name="④ SW 기술 아키텍처" id="{1f516f9b-c468-cde3-6289-e9c09797cd4d}">
          <p14:sldIdLst>
            <p14:sldId id="262"/>
            <p14:sldId id="263"/>
          </p14:sldIdLst>
        </p14:section>
        <p14:section name="⑤ 개발 현황·MVP 시연" id="{4b77e6a7-5642-08c5-c331-c880ea5af9d7}">
          <p14:sldIdLst>
            <p14:sldId id="264"/>
            <p14:sldId id="265"/>
            <p14:sldId id="266"/>
            <p14:sldId id="267"/>
          </p14:sldIdLst>
        </p14:section>
        <p14:section name="⑥ 시장 분석·비즈니스 모델" id="{0eb722b8-7bf9-1d53-947b-e29189d22c89}">
          <p14:sldIdLst>
            <p14:sldId id="268"/>
            <p14:sldId id="269"/>
            <p14:sldId id="270"/>
          </p14:sldIdLst>
        </p14:section>
        <p14:section name="⑦ 초기 시장 검증" id="{18d58d97-f0ce-994d-9d19-2449b2724920}">
          <p14:sldIdLst>
            <p14:sldId id="271"/>
          </p14:sldIdLst>
        </p14:section>
        <p14:section name="⑧ 향후 계획·팀 역량" id="{6477938f-fc79-1506-d643-4c7b11cd363c}">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앱보다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다른 서비스가 모두 X이고 알바가드만 O입니다.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단계(등록 → 비교 → 요청 · 증빙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 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재적학생은 교육부 2026 교육기본통계(대학원 포함), 알바 경험률은 알바몬 설문(1,193명, 여름방학 알바 88.9%, 2023)과 동대신문 설문(200명, 67.5%)이라 대표값이 아닙니다. 근절 대책은 대지급금을 3개월분에서 6개월분으로 늘렸고, 개정법은 상습 체불 사업주에게 신용 제재를 겁니다. 체불 통계는 문제의 크기이지 알바 시장의 크기가 아닙니다. 알바생 몫은 이 통계에서 알 수 없어 미상으로 둡니다. "주 15시간 이상이 다수인지의 첫 조각은 지금 답하고 계신 설문에서 나오지만, 규모 추정이 아니라 메시지를 정하는 참고값입니다.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타겟 사용자 1명이 디자인 시안 12장 중 통장 구성을 골랐고, 링크 설문은 10/23에 공개했습니다.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[이지훈] 고객 검증도 전에 왜 먼저 만들었나? →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입력한 때 등록되고, 기록 안에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타겟이고,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이상(주휴수당 기준)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 안내를 못 받는 경우가 많고, 주휴 · 야간 계산 기준은 알기 어렵다.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다른 서비스가 모두 X다. 진정 접수는 일부러 연결만 한다</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푼다.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등록한다. 기그와 달리 사장이 가입하지 않아도 된다</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 만든다</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3번은 기록 구조 자체(사유 없이 못 고침 · 삭제도 흔적 · 고치면 다시 등록)라 따라오기 어렵다.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고친다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기록은 사용자 폰에. 공개 키로는 넣기 · 읽기만(RLS), 시각은 서버가 찍음. 운영자 조작은 못 막음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클라우드 · 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SaaS · 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 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시연 중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검증(가설 1)</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9월 기획서 4개 → 10/13 포함 8 · 제외 6으로 고정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 속한다. 알바생 몫은 따로 알 수 없다</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타겟 규모(어림)  </a:t>
            </a:r>
            <a:pPr indent="0" marL="0">
              <a:spcAft>
                <a:spcPts val="100"/>
              </a:spcAft>
              <a:buNone/>
            </a:pPr>
            <a:r>
              <a:rPr lang="en-US" sz="1050" dirty="0">
                <a:solidFill>
                  <a:schemeClr val="tx1"/>
                </a:solidFill>
              </a:rPr>
              <a:t>재적학생 307만 명 → 알바 경험 67~89% → 지금 알바 중 · 주 15시간 이상: 미상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2025.10.23 개정 근로기준법 시행. 체불 제재가 세졌고, 근거를 남긴 사람이 받아 내기 쉬워졌다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왼쪽 위 칸은 알바가드뿐이다.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첫 사용자로 보는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날마다 누르지만 돈을 확인하는 건 급여일에 한 번. 그 사이 앱을 열 이유로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폰을 바꾸거나 잃어버려도 기록이 남게 하는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링크를 올린다. "주휴수당 계산법" 짧은 영상도 만든다</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11월에 설문 · 인터뷰로 다섯 가지를 확인한다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확인할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타겟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30명 넘으면, 알바 중 반 이상</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빨리 만들 수 있고, 화면을 보여 주며 물어야 답이 정확하다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2026-10-26T02:47:32Z</dcterms:created>
  <dcterms:modified xsi:type="dcterms:W3CDTF">2026-10-26T02:47:32Z</dcterms:modified>
</cp:coreProperties>
</file>