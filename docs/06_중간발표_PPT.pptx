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09ac366-90ee-544b-c3b6-5b61d6559ee8}">
          <p14:sldIdLst>
            <p14:sldId id="256"/>
            <p14:sldId id="257"/>
          </p14:sldIdLst>
        </p14:section>
        <p14:section name="② 문제 정의" id="{3aa183fe-1bde-8561-8fd6-12cfc94a8030}">
          <p14:sldIdLst>
            <p14:sldId id="258"/>
            <p14:sldId id="259"/>
          </p14:sldIdLst>
        </p14:section>
        <p14:section name="③ 솔루션·핵심 가치" id="{ad62a073-8743-50e8-d43b-6b88a1134377}">
          <p14:sldIdLst>
            <p14:sldId id="260"/>
            <p14:sldId id="261"/>
          </p14:sldIdLst>
        </p14:section>
        <p14:section name="④ SW 기술 아키텍처" id="{24bf7f77-9d6b-982a-a9fd-85de0cdf0786}">
          <p14:sldIdLst>
            <p14:sldId id="262"/>
            <p14:sldId id="263"/>
          </p14:sldIdLst>
        </p14:section>
        <p14:section name="⑤ 개발 현황·MVP 시연" id="{4b65dccf-99f2-c004-93e9-713bb7b813a9}">
          <p14:sldIdLst>
            <p14:sldId id="264"/>
            <p14:sldId id="265"/>
            <p14:sldId id="266"/>
            <p14:sldId id="267"/>
          </p14:sldIdLst>
        </p14:section>
        <p14:section name="⑥ 시장 분석·비즈니스 모델" id="{639f57a6-8ff1-ce68-82e6-1b43292575f8}">
          <p14:sldIdLst>
            <p14:sldId id="268"/>
            <p14:sldId id="269"/>
            <p14:sldId id="270"/>
          </p14:sldIdLst>
        </p14:section>
        <p14:section name="⑦ 초기 시장 검증" id="{06bc8bae-f4aa-ca7f-23a0-4c8e5ff12192}">
          <p14:sldIdLst>
            <p14:sldId id="271"/>
          </p14:sldIdLst>
        </p14:section>
        <p14:section name="⑧ 향후 계획·팀 역량" id="{b8ea9007-bb32-6fe8-5df8-c5f558e9d23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이상이 다수인지는 지금 답하고 계신 설문에서 첫 조각이 나옵니다.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일하는 만 19~26세 시급제 알바 대학생 · 계약서 없음 · 통장 총액만 확인 · 말 꺼내기 부담</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 (연장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나옴</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가입해야, 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누르지만, 돈을 확인하는 건 급여일에 한 번. 그 사이 앱을 열 이유로 게임을 넣었고, 그 화면이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2026-10-26T06:03:47Z</dcterms:created>
  <dcterms:modified xsi:type="dcterms:W3CDTF">2026-10-26T06:03:47Z</dcterms:modified>
</cp:coreProperties>
</file>