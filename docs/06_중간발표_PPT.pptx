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8cf310ad-0ec3-e69d-81d1-cf45ffa5a690}">
          <p14:sldIdLst>
            <p14:sldId id="256"/>
            <p14:sldId id="257"/>
          </p14:sldIdLst>
        </p14:section>
        <p14:section name="② 문제 정의" id="{f07cfc4c-ac2a-43f8-eac4-575d2b981105}">
          <p14:sldIdLst>
            <p14:sldId id="258"/>
            <p14:sldId id="259"/>
          </p14:sldIdLst>
        </p14:section>
        <p14:section name="③ 솔루션·핵심 가치" id="{45164184-4273-f72c-1517-8f3511d0f04b}">
          <p14:sldIdLst>
            <p14:sldId id="260"/>
            <p14:sldId id="261"/>
          </p14:sldIdLst>
        </p14:section>
        <p14:section name="④ SW 기술 아키텍처" id="{385663f7-7b43-97c0-0ee8-2bd1eecf46ba}">
          <p14:sldIdLst>
            <p14:sldId id="262"/>
            <p14:sldId id="263"/>
          </p14:sldIdLst>
        </p14:section>
        <p14:section name="⑤ 개발 현황·MVP 시연" id="{fb220bcd-412d-22f4-2725-b6addb727a66}">
          <p14:sldIdLst>
            <p14:sldId id="264"/>
            <p14:sldId id="265"/>
            <p14:sldId id="266"/>
            <p14:sldId id="267"/>
          </p14:sldIdLst>
        </p14:section>
        <p14:section name="⑥ 시장 분석·비즈니스 모델" id="{07611d14-6f03-8774-a9ec-9a140ab3f9ef}">
          <p14:sldIdLst>
            <p14:sldId id="268"/>
            <p14:sldId id="269"/>
            <p14:sldId id="270"/>
          </p14:sldIdLst>
        </p14:section>
        <p14:section name="⑦ 초기 시장 검증" id="{daf6281c-f6f2-8c00-8075-f1da00942a7c}">
          <p14:sldIdLst>
            <p14:sldId id="271"/>
          </p14:sldIdLst>
        </p14:section>
        <p14:section name="⑧ 향후 계획·팀 역량" id="{321f8fb2-70dd-2067-164b-16b188500cb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2026-10-26T07:33:51Z</dcterms:created>
  <dcterms:modified xsi:type="dcterms:W3CDTF">2026-10-26T07:33:51Z</dcterms:modified>
</cp:coreProperties>
</file>