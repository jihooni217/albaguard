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4bcb598-5a85-d93c-270a-3b8a2a85b7ee}">
          <p14:sldIdLst>
            <p14:sldId id="256"/>
            <p14:sldId id="257"/>
          </p14:sldIdLst>
        </p14:section>
        <p14:section name="② 문제 정의" id="{767f9cbe-21c1-94f9-baa0-1b427523e7f2}">
          <p14:sldIdLst>
            <p14:sldId id="258"/>
            <p14:sldId id="259"/>
          </p14:sldIdLst>
        </p14:section>
        <p14:section name="③ 솔루션·핵심 가치" id="{ccee92e1-d26b-8852-e52b-29cae8c95201}">
          <p14:sldIdLst>
            <p14:sldId id="260"/>
            <p14:sldId id="261"/>
          </p14:sldIdLst>
        </p14:section>
        <p14:section name="④ SW 기술 아키텍처" id="{a3b08505-6cba-a46d-fd02-8c36934531ca}">
          <p14:sldIdLst>
            <p14:sldId id="262"/>
            <p14:sldId id="263"/>
          </p14:sldIdLst>
        </p14:section>
        <p14:section name="⑤ 개발 현황·MVP 시연" id="{eaab7e32-537b-726c-f06e-aafc64c4f779}">
          <p14:sldIdLst>
            <p14:sldId id="264"/>
            <p14:sldId id="265"/>
            <p14:sldId id="266"/>
            <p14:sldId id="267"/>
          </p14:sldIdLst>
        </p14:section>
        <p14:section name="⑥ 시장 분석·비즈니스 모델" id="{9f2f84bd-54e2-1729-ec58-6c19b8a7decd}">
          <p14:sldIdLst>
            <p14:sldId id="268"/>
            <p14:sldId id="269"/>
            <p14:sldId id="270"/>
          </p14:sldIdLst>
        </p14:section>
        <p14:section name="⑦ 초기 시장 검증" id="{1d06d188-13a1-144e-61c2-8bdb98d3eea1}">
          <p14:sldIdLst>
            <p14:sldId id="271"/>
          </p14:sldIdLst>
        </p14:section>
        <p14:section name="⑧ 향후 계획·팀 역량" id="{d3be6aa4-2255-3527-4c35-9029d3b56df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이상이 다수인지는 지금 답하고 계신 설문에서 첫 조각이 나옵니다.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어렵다</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어렵다</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어렵다</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등록한다. 사장 가입이 필요 없다</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남는다</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있다. 3번은 기록 구조 자체라 따라오기 어렵다.</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시작한다.</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넣는다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앞당긴다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이해된다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문구를 고친다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메시지를 바꾼다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받아들인다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2026-10-26T05:56:06Z</dcterms:created>
  <dcterms:modified xsi:type="dcterms:W3CDTF">2026-10-26T05:56:06Z</dcterms:modified>
</cp:coreProperties>
</file>