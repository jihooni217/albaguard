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ce90fbb3-1841-7036-31c4-22fb6598b9d2}">
          <p14:sldIdLst>
            <p14:sldId id="256"/>
            <p14:sldId id="257"/>
          </p14:sldIdLst>
        </p14:section>
        <p14:section name="② 문제 정의" id="{8ba202eb-59a1-2f31-df13-329d3faefd19}">
          <p14:sldIdLst>
            <p14:sldId id="258"/>
            <p14:sldId id="259"/>
          </p14:sldIdLst>
        </p14:section>
        <p14:section name="③ 솔루션·핵심 가치" id="{8cfc72c0-5ddf-0087-bec0-917c181ae024}">
          <p14:sldIdLst>
            <p14:sldId id="260"/>
            <p14:sldId id="261"/>
          </p14:sldIdLst>
        </p14:section>
        <p14:section name="④ SW 기술 아키텍처" id="{6e348217-c4cd-f113-5a6d-bf3731b67000}">
          <p14:sldIdLst>
            <p14:sldId id="262"/>
            <p14:sldId id="263"/>
          </p14:sldIdLst>
        </p14:section>
        <p14:section name="⑤ 개발 현황·MVP 시연" id="{a51f50c5-6b38-4d2d-4dbd-a0876d82d903}">
          <p14:sldIdLst>
            <p14:sldId id="264"/>
            <p14:sldId id="265"/>
            <p14:sldId id="266"/>
            <p14:sldId id="267"/>
          </p14:sldIdLst>
        </p14:section>
        <p14:section name="⑥ 시장 분석·비즈니스 모델" id="{abd4ec88-5242-64ed-796f-2071d4e6bd5e}">
          <p14:sldIdLst>
            <p14:sldId id="268"/>
            <p14:sldId id="269"/>
            <p14:sldId id="270"/>
          </p14:sldIdLst>
        </p14:section>
        <p14:section name="⑦ 초기 시장 검증" id="{e5c523f7-0d4e-8f54-a048-b8d3040a1faa}">
          <p14:sldIdLst>
            <p14:sldId id="271"/>
          </p14:sldIdLst>
        </p14:section>
        <p14:section name="⑧ 향후 계획·팀 역량" id="{c665d29c-05df-6147-3d6c-12c12615cca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 일하는 사람이 많은지는 지금 답하고 계신 설문으로 처음 확인합니다.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의견은 정식 조사가 아닙니다. 타깃 사용자 1명이 디자인 시안 12장 중 통장 구성을 골랐습니다. 링크 설문은 10/23에 열었습니다.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 이상일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열었고, 오늘부터 본격적으로 모읍니다. 11/16까지 손유호가 30명을 채우고,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검증 표 첫 줄.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2026-10-26T07:17:01Z</dcterms:created>
  <dcterms:modified xsi:type="dcterms:W3CDTF">2026-10-26T07:17:01Z</dcterms:modified>
</cp:coreProperties>
</file>