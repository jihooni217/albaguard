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cb98607d-ab3c-72b3-311d-271ed558c3f7}">
          <p14:sldIdLst>
            <p14:sldId id="256"/>
            <p14:sldId id="257"/>
          </p14:sldIdLst>
        </p14:section>
        <p14:section name="② 문제 정의" id="{3b30eed6-9895-52c9-acc1-96b99ad035d7}">
          <p14:sldIdLst>
            <p14:sldId id="258"/>
            <p14:sldId id="259"/>
          </p14:sldIdLst>
        </p14:section>
        <p14:section name="③ 솔루션·핵심 가치" id="{6ec71c9e-3e1b-cf1e-5cd3-c6bdd9826ea2}">
          <p14:sldIdLst>
            <p14:sldId id="260"/>
            <p14:sldId id="261"/>
          </p14:sldIdLst>
        </p14:section>
        <p14:section name="④ SW 기술 아키텍처" id="{a55081bf-8351-6828-dcb1-dcbc2ece9ba9}">
          <p14:sldIdLst>
            <p14:sldId id="262"/>
            <p14:sldId id="263"/>
          </p14:sldIdLst>
        </p14:section>
        <p14:section name="⑤ 개발 현황·MVP 시연" id="{3d359fb9-509c-0a89-1f0e-43ced7bc503e}">
          <p14:sldIdLst>
            <p14:sldId id="264"/>
            <p14:sldId id="265"/>
            <p14:sldId id="266"/>
            <p14:sldId id="267"/>
          </p14:sldIdLst>
        </p14:section>
        <p14:section name="⑥ 시장 분석·비즈니스 모델" id="{ee7c33f2-787d-ca26-be76-419c44ac0507}">
          <p14:sldIdLst>
            <p14:sldId id="268"/>
            <p14:sldId id="269"/>
            <p14:sldId id="270"/>
          </p14:sldIdLst>
        </p14:section>
        <p14:section name="⑦ 초기 시장 검증" id="{0dcf0754-875c-f967-73c1-baf1912f1dba}">
          <p14:sldIdLst>
            <p14:sldId id="271"/>
          </p14:sldIdLst>
        </p14:section>
        <p14:section name="⑧ 향후 계획·팀 역량" id="{53bfe07b-b8d7-c620-1168-927e7cfe699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모아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맞습니다.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맞습니다.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일하는 만 19~26세 시급제 알바 대학생 · 계약서 없음 · 통장 총액만 확인 · 말 꺼내기 부담</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 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누르지만, 돈을 확인하는 건 급여일에 한 번. 그 사이 앱을 열 이유로 게임을 넣었고, 그 화면이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2026-10-26T06:44:08Z</dcterms:created>
  <dcterms:modified xsi:type="dcterms:W3CDTF">2026-10-26T06:44:08Z</dcterms:modified>
</cp:coreProperties>
</file>