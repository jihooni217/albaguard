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3b244a87-41af-8da2-3914-181589271780}">
          <p14:sldIdLst>
            <p14:sldId id="256"/>
            <p14:sldId id="257"/>
          </p14:sldIdLst>
        </p14:section>
        <p14:section name="② 문제 정의" id="{63e11507-7e15-584b-f64f-69a65fb89351}">
          <p14:sldIdLst>
            <p14:sldId id="258"/>
            <p14:sldId id="259"/>
          </p14:sldIdLst>
        </p14:section>
        <p14:section name="③ 솔루션·핵심 가치" id="{7a623aab-0a97-794c-f0df-f38138d93abd}">
          <p14:sldIdLst>
            <p14:sldId id="260"/>
            <p14:sldId id="261"/>
          </p14:sldIdLst>
        </p14:section>
        <p14:section name="④ SW 기술 아키텍처" id="{17647bf9-a282-9f9a-d6fa-b0aa718ed3a3}">
          <p14:sldIdLst>
            <p14:sldId id="262"/>
            <p14:sldId id="263"/>
          </p14:sldIdLst>
        </p14:section>
        <p14:section name="⑤ 개발 현황·MVP 시연" id="{6fabecdd-0f3d-8e52-1fac-0e8865b38381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65d61caa-b696-563f-0845-d0c5611ab15a}">
          <p14:sldIdLst>
            <p14:sldId id="268"/>
            <p14:sldId id="269"/>
            <p14:sldId id="270"/>
          </p14:sldIdLst>
        </p14:section>
        <p14:section name="⑦ 초기 시장 검증" id="{9d2f2a77-c1e3-6d07-a5bc-cdaad5fef9b0}">
          <p14:sldIdLst>
            <p14:sldId id="271"/>
          </p14:sldIdLst>
        </p14:section>
        <p14:section name="⑧ 향후 계획·팀 역량" id="{019c680e-ed7c-76ec-d972-1141db0340b0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2026-10-27T01:44:34Z</dcterms:created>
  <dcterms:modified xsi:type="dcterms:W3CDTF">2026-10-27T01:44:34Z</dcterms:modified>
</cp:coreProperties>
</file>