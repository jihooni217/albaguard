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bf9406b6-2c5b-5f40-0716-9d4f37255351}">
          <p14:sldIdLst>
            <p14:sldId id="256"/>
            <p14:sldId id="257"/>
          </p14:sldIdLst>
        </p14:section>
        <p14:section name="② 문제 정의" id="{98d51515-58a4-875b-3793-3d5bcfe7f457}">
          <p14:sldIdLst>
            <p14:sldId id="258"/>
            <p14:sldId id="259"/>
          </p14:sldIdLst>
        </p14:section>
        <p14:section name="③ 솔루션·핵심 가치" id="{7616ce2b-0be8-d1b6-56d8-912465d04ef3}">
          <p14:sldIdLst>
            <p14:sldId id="260"/>
            <p14:sldId id="261"/>
          </p14:sldIdLst>
        </p14:section>
        <p14:section name="④ SW 기술 아키텍처" id="{11292891-09ba-d5a8-e442-20e12de12a09}">
          <p14:sldIdLst>
            <p14:sldId id="262"/>
            <p14:sldId id="263"/>
          </p14:sldIdLst>
        </p14:section>
        <p14:section name="⑤ 개발 현황·MVP 시연" id="{b8f6f9e9-c75f-ab8d-b0c6-de66570f4f0c}">
          <p14:sldIdLst>
            <p14:sldId id="264"/>
            <p14:sldId id="265"/>
            <p14:sldId id="266"/>
          </p14:sldIdLst>
        </p14:section>
        <p14:section name="⑥ 시장 분석·비즈니스 모델" id="{fe7c2f88-ceb7-7385-a644-8948451deb67}">
          <p14:sldIdLst>
            <p14:sldId id="267"/>
            <p14:sldId id="268"/>
            <p14:sldId id="269"/>
          </p14:sldIdLst>
        </p14:section>
        <p14:section name="⑦ 초기 시장 검증" id="{112f5b94-15b1-6795-b4df-b76467bb85c3}">
          <p14:sldIdLst>
            <p14:sldId id="270"/>
          </p14:sldIdLst>
        </p14:section>
        <p14:section name="⑧ 향후 계획·팀 역량" id="{7cfb239b-ae1f-c379-45b8-32e86167afc5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팀장이 엽니다. "알바비를 덜 받아도 모르고, 알아도 말을 못 하는 대학생을 위해, 기록 → 비교 → 요청까지 한 앱으로 잇는 알바가드입니다." 팀명은 후보 네 개를 보여 주고 발표 뒤 정한다고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지금까지는 팀장이 기획·개발을 맡았고, 10/27부터 팀원이 시장·검증·일정을 맡습니다. 각자 발표하는 장이 앞으로 맡는 일과 같습니다. 솔직하게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문제를 숫자로 보여 줍니다. 모두 알바천국 설문이라 "플랫폼 설문"이라는 점을 말하고, 그래서 우리도 직접 설문을 돌리고 있다고 잇습니다.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하우머치는 혼자 쓸 수 있지만 예상 급여에서 멈추고, 기그는 사장 연동이 필요하고, 계산기는 기록이 없고, 진정24는 증거가 있어야 시작합니다. 우리는 그 사이 단계를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한 앱에서 잇는 것이 핵심입니다. 사장 연동 없이, 로그인 없이, 근무 내용은 폰 안에만 둡니다. 화면은 통장처럼 "일하면 돈이 쌓인다"가 보이게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따라 하기 어려운 차별점입니다. 약점은 먼저 말합니다. "법적 효력" 질문이 오면 보장하지 않는다고 답하고, 판단할 자료를 정리해 준다고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학기 안에 혼자 만들 수 있는 구성입니다. 서버를 최소로 둔 이유는 개인정보와 비용 둘 다입니다. 배포는 링크 하나라 사용자 의견을 듣고 바로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폰 안에서 모든 계산이 끝나고, 서버로 가는 건 확인 번호뿐입니다. 서버 표는 넣기만 되고 지우거나 고칠 수 없어서 등록 시각을 믿을 수 있습니다. 오른쪽은 기록 하나가 남을 때의 흐름입니다.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100%는 쓰지 않았습니다. 기능마다 남은 일을 같이 적었습니다. 교수님이 "아직 구현 안 했을 것"이라 하셨지만 우리는 배포까지 했고, 대신 사용자 검증이 아직입니다.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디자인은 타겟 사용자(하우머치를 쓰는 친구)가 시안 12장 중 고른 통장 구성입니다. 잉크 남색은 "기록을 잉크로 남긴다"는 뜻입니다. 증빙 묶음은 인쇄 창에서 PDF로 저장합니다.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시연은 이 순서대로 합니다. 예시 데이터로 시작해 출근 · 퇴근을 실제로 누르고, 설정 탭에서 등록 건수를 보여 준 뒤, 확인 페이지까지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임금체불은 2년 연속 2조 원이고 30인 미만 사업장에 몰려 있습니다. 타겟 규모는 어림이라 "약"을 붙여 말합니다. 출처: 고용노동부 노동포털 임금체불 통계현황, 알바천국 설문, 교육부 교육기본통계.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2×2에서 알바가드는 "혼자 쓴다 × 대응까지"에 있습니다. 경쟁 서비스 정보는 2026년 9월 각 앱의 공식 소개와 리뷰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광고는 게임 화면에만 붙이는 가설이고, 문서를 돈 받고 만들어 주는 건 법적 이유로 하지 않습니다. 지표는 서버가 없어 지금은 못 재고, 설문 · 인터뷰로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박명진. 지금까지는 친구 두 명과 팀원 의견이고 정식 조사가 아닙니다. 11월에 설문 30명과 인터뷰 5명을 합니다. 설문 응답 수는 발표 당일 아침에 결과 페이지에서 확인해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박명진. 7주 일정입니다. 앞 2주는 설문 · 인터뷰, 그다음 피드백 반영과 실제 폰 검증, 기록 등록 보강, 마지막 2주는 최종 보고서와 발표 준비입니다. 광고 실험과 새 게임은 선택입니다.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박명진이 R&amp;R을 말하고 팀장이 마무리합니다.
예상 질문
· 법적 효력 있나? → 보장하지 않는다. 판단은 감독관 · 법원. 우리는 판단할 자료를 정리하고, 수정 이력과 확인 번호로 "나중에 고친 게 아니다"까지 보여 준다. 통장 내역 · 카톡과 함께 내야 한다고 앱에도 적어 뒀다.
· 본인이 쓴 기록을 믿을 수 있나? → 거짓 기록은 막을 수 없다고 인정. 막는 건 "나중에 고쳐 쓰기". 영세 사업장은 기록이 없는 경우가 많아 알바생 기록이 거의 유일한 자료가 되기 쉽다. 사장에게는 임금대장 · 계약 서류 보존 의무가 있다(근로기준법 48 · 42조).
· 하우머치가 따라 하면? → 비교 기능은 따라올 수 있다. 그래서 확인 번호(기록 신뢰성)와 요청 · 증빙까지 잇는 흐름이 차별점.
· 법률 서비스 아닌가? → 무료, 본인 기록을 정해진 양식에 채울 뿐, 개별 사안 검토 · 대행 없음, 진정은 1350 · 노동포털로 연결만.
· 수익은? → 게임 화면 광고(가설). 문서 유료화는 안 한다.
· 팀원은 뭘 했나? → 지금까지는 이지훈이 개발. 앞으로 시장 · 설문(손유호), 인터뷰 · 검증 · 일정(박명진).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 후보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기록조 · 온타임 · 페이체크 · 알바가드팀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발표 뒤 하나로 정합니다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__학번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__학번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팀 소개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역할 분담: 맡는 일과 발표 파트를 같게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알바생 혼자 출퇴근을 기록하고, 받은 돈과 비교해 덜 받은 돈을 찾고, 사장님께 보낼 요청 문구와 증빙 자료까지 만들어 주는 모바일 웹앱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이름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맡는 일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발표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574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이지훈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0574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기획 · 개발 · 배포 · 문서 (지금까지)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보강, 기술 검증 (앞으로)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① ~ ⑤ + 앱 시연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260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손유호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팀원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29260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시장 · 경쟁사 조사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비즈니스 모델, 설문 집계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9260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⑥ 시장 분석 · 비즈니스 모델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박명진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3794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사용자 인터뷰 · 검증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일정 관리, 보고서 편집, 갤럭시 테스트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3794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⑦ 초기 검증 · ⑧ 향후 계획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덜 받아도 모르고, 알아도 말하지 못한다</a:t>
            </a:r>
            <a:endParaRPr lang="en-US" sz="2400" dirty="0"/>
          </a:p>
        </p:txBody>
      </p:sp>
      <p:sp>
        <p:nvSpPr>
          <p:cNvPr id="4" name="타겟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타겟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일하는 만 19~26세 시급제 알바 대학생 (카페 · 편의점 · 음식점). 근로계약서가 없거나 사본이 없고, 통장 총액만 확인하고, 사장님께 말을 꺼내기 부담스러워한다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33.2%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"수당을 받는지 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얼마를 받아야 하는지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계산하기 어렵다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주휴 · 야간수당 조건을 모르고, 계산기는 있어도 넣을 기록이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48.0%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겪었다 (수당 미지급 · 지연 37.3%)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8" name="번호 2"/>
          <p:cNvSpPr/>
          <p:nvPr/>
        </p:nvSpPr>
        <p:spPr>
          <a:xfrm>
            <a:off x="324612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4612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덜 받아도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알아채기 어렵다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통장에 들어온 총액만 보고 넘어간다. 계약서가 없어 시급도 증명하기 어렵다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49.3%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하지 않았다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 경험자 1,804명, 알바천국 2026.6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3504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번호 3"/>
          <p:cNvSpPr/>
          <p:nvPr/>
        </p:nvSpPr>
        <p:spPr>
          <a:xfrm>
            <a:off x="603504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알아도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말을 꺼내기 어렵다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관계가 불편해질 걱정, 작은 금액, 근거 없음이 겹쳐 덮인다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"얼마 받아야 하나"까지는 있다. "어떻게 받아내나"는 없다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서비스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하는 것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못 하는 것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하우머치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혼자 근무 기록, 예상 급여 계산, 커뮤니티 · 매장 후기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실제 입금액과 비교, 덜 받았을 때 대응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기그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출퇴근 기록, 전자 근로계약서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사장과 연결해야 작동. 소규모 매장은 연결이 안 된다는 리뷰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알바천국 · 알바몬 계산기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시급 · 시간으로 일회성 계산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기록이 남지 않는다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진정24 · 노동포털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진정서 작성 지원, 진정 접수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증거를 이미 갖춘 사람만 쓸 수 있다. 재직 중엔 마지막 수단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빈자리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네 서비스 모두 실제 입금액 비교와 체불 대응 기능이 없다. 알바가드는 "혼자 기록 → 차액 발견 → 요청"의 사이를 잇는다  (각 앱 공식 소개 · 리뷰, 2026.9 기준)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채운다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남는다</a:t>
            </a:r>
            <a:endParaRPr lang="en-US" sz="1050" dirty="0"/>
          </a:p>
        </p:txBody>
      </p:sp>
      <p:sp>
        <p:nvSpPr>
          <p:cNvPr id="8" name="기록 화면 틀"/>
          <p:cNvSpPr/>
          <p:nvPr/>
        </p:nvSpPr>
        <p:spPr>
          <a:xfrm>
            <a:off x="119893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9" name="기록 화면" descr="C:\Users\user\Desktop\albaguard기술창업\docs\screenshots\1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59" y="2395728"/>
            <a:ext cx="1076841" cy="2331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1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4612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기본급 + 주휴 + 야간수당으로 "받았어야 할 돈"을 계산하고, 실제 받은 돈과의 차액을 보여 준다</a:t>
            </a:r>
            <a:endParaRPr lang="en-US" sz="1050" dirty="0"/>
          </a:p>
        </p:txBody>
      </p:sp>
      <p:sp>
        <p:nvSpPr>
          <p:cNvPr id="15" name="비교 화면 틀"/>
          <p:cNvSpPr/>
          <p:nvPr/>
        </p:nvSpPr>
        <p:spPr>
          <a:xfrm>
            <a:off x="398785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16" name="비교 화면" descr="C:\Users\user\Desktop\albaguard기술창업\docs\screenshots\3-p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579" y="2395728"/>
            <a:ext cx="1076841" cy="23317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8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03504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초안 → 진정 절차 안내(1350 · 노동포털). 대화로 먼저 푼다</a:t>
            </a:r>
            <a:endParaRPr lang="en-US" sz="1050" dirty="0"/>
          </a:p>
        </p:txBody>
      </p:sp>
      <p:sp>
        <p:nvSpPr>
          <p:cNvPr id="22" name="요청 화면 틀"/>
          <p:cNvSpPr/>
          <p:nvPr/>
        </p:nvSpPr>
        <p:spPr>
          <a:xfrm>
            <a:off x="677677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23" name="요청 화면" descr="C:\Users\user\Desktop\albaguard기술창업\docs\screenshots\4-reque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499" y="2395728"/>
            <a:ext cx="1076841" cy="2331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차별점 셋, 그리고 먼저 인정하는 약점 하나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쓴다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64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근무지만 직접 등록. 기그처럼 사장이 가입할 필요가 없다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2402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1945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증빙, 한 흐름으로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5786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받은 돈과 비교해 차액을 찾고, 요청 문구와 증빙 묶음까지 잇는다. 비교한 네 서비스 모두 없는 부분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108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93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기록할 때마다 기록 내용으로 만든 확인 번호가 서버에 남아, "그때 기록한 그대로"를 제3자가 확인할 수 있다. 근무지 · 시각 · 금액은 서버로 가지 않는다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먼저 인정하는 약점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비교 기능은 하우머치가 "받은 금액 입력" 칸 하나로 따라올 수 있다.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다음 단계는 기록의 신뢰성이다. 확인 번호는 "나중에 고치지 않았다"까지만 보여 주고 "그날 실제로 일했다"는 증명하지 못한다. 통장 내역 · 메시지와 함께 내야 힘이 생긴다고 앱에도 적어 두었다.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법적 효력을 보장한다고 말하지 않는다. 근로감독관 · 법원이 판단할 자료를 정리해 준다.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서버 없이 시작하고, 서버는 "확인 번호"에만 쓴다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프론트엔드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스토어 없이 링크로 배포. 의견을 듣고 바로 고쳐 다시 배포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근무 내용은 폰 밖으로 안 나감. 서버는 확인 번호 등록 · 설문 수집에만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050" dirty="0"/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기록 소유권은 사용자에게. 서버 표는 넣기만 되고 수정 · 삭제는 막음(RLS), 시각은 서버가 찍음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인프라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main에 올리면 자동 빌드 · 배포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배포 앱은 API 키 없이 정해진 문구로 동작. 기록을 밖으로 안 보내려고 기본은 끔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분석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로그인이 없어 사용 로그 대신 설문 · 인터뷰로 측정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확인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화면 (React)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근무 기록 · 캘린더 · 급여 비교 · 정산 요청 · 설정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계산 모듈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급여(주휴 · 야간) · 예정 vs 실제 · 요청 문구 · PDF · 확인 번호(SHA-256)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저장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localStorage(기록 · 수정 이력) · IndexedDB(증빙 사진)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8288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확인 번호 · 기록 번호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· 무작위 폰 번호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근무지 · 시각 · 금액은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가지 않음</a:t>
            </a:r>
            <a:endParaRPr lang="en-US" sz="8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Supabase (무료 요금제)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stamps 표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· 기록 번호 · 폰 번호 · 서버 등록 시각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5"/>
                </a:solidFill>
              </a:rPr>
              <a:t>넣기만 가능, 수정 · 삭제 불가 (RLS). 시각은 트리거가 서버 시각으로 강제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127248"/>
            <a:ext cx="0" cy="53035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등록 시각 조회</a:t>
            </a:r>
            <a:endParaRPr lang="en-US" sz="85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확인 페이지 (verify.html)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누구나 확인 번호 → 서버 등록 시각. 앱 데이터 없이 동작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2763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276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1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15727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출근 버튼: 기록 번호를 만들고 출근 시각 기록의 확인 번호 등록</a:t>
            </a:r>
            <a:endParaRPr lang="en-US" sz="850" dirty="0"/>
          </a:p>
        </p:txBody>
      </p:sp>
      <p:sp>
        <p:nvSpPr>
          <p:cNvPr id="28" name="번호 2"/>
          <p:cNvSpPr/>
          <p:nvPr/>
        </p:nvSpPr>
        <p:spPr>
          <a:xfrm>
            <a:off x="7223760" y="2194560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194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2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139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퇴근 버튼: 완성된 기록의 확인 번호 등록</a:t>
            </a:r>
            <a:endParaRPr lang="en-US" sz="850" dirty="0"/>
          </a:p>
        </p:txBody>
      </p:sp>
      <p:sp>
        <p:nvSpPr>
          <p:cNvPr id="31" name="번호 3"/>
          <p:cNvSpPr/>
          <p:nvPr/>
        </p:nvSpPr>
        <p:spPr>
          <a:xfrm>
            <a:off x="7223760" y="27614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2761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3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270662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수정 · 삭제: 수정 이력이 붙은 새 내용으로 다시 등록 (줄이 늘어남)</a:t>
            </a:r>
            <a:endParaRPr lang="en-US" sz="850" dirty="0"/>
          </a:p>
        </p:txBody>
      </p:sp>
      <p:sp>
        <p:nvSpPr>
          <p:cNvPr id="34" name="번호 4"/>
          <p:cNvSpPr/>
          <p:nvPr/>
        </p:nvSpPr>
        <p:spPr>
          <a:xfrm>
            <a:off x="7223760" y="3328416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23760" y="33284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4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498080" y="32735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인터넷이 없으면 대기열에 두었다가 연결되면 전송</a:t>
            </a:r>
            <a:endParaRPr lang="en-US" sz="850" dirty="0"/>
          </a:p>
        </p:txBody>
      </p:sp>
      <p:sp>
        <p:nvSpPr>
          <p:cNvPr id="37" name="번호 5"/>
          <p:cNvSpPr/>
          <p:nvPr/>
        </p:nvSpPr>
        <p:spPr>
          <a:xfrm>
            <a:off x="7223760" y="3895344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2376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5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3840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증빙 묶음 PDF 7번 표에 기록별 확인 번호 · 등록 시각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배포: GitHub main → Actions → Pages (링크 하나로 설치)  ·  설문: survey.html → Supabase survey 표 → 결과 페이지 자동 집계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63640" y="10058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61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근무 기록 (수정 이력 · 직접 추가 · 퇴근 누락 보호)</a:t>
            </a:r>
            <a:endParaRPr lang="en-US" sz="1050" dirty="0"/>
          </a:p>
        </p:txBody>
      </p:sp>
      <p:sp>
        <p:nvSpPr>
          <p:cNvPr id="6" name="근무 기록 (수정 이력 · 직접 추가 · 퇴근 누락 보호) 바탕"/>
          <p:cNvSpPr/>
          <p:nvPr/>
        </p:nvSpPr>
        <p:spPr>
          <a:xfrm>
            <a:off x="4206240" y="1389888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근무 기록 (수정 이력 · 직접 추가 · 퇴근 누락 보호) 진행"/>
          <p:cNvSpPr/>
          <p:nvPr/>
        </p:nvSpPr>
        <p:spPr>
          <a:xfrm>
            <a:off x="4206240" y="1389888"/>
            <a:ext cx="1563624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16752" y="12618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90%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2618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장기 사용 확인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6459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캘린더 (예정 vs 실제, 연장 · 대타 · 합의 휴무)</a:t>
            </a:r>
            <a:endParaRPr lang="en-US" sz="1050" dirty="0"/>
          </a:p>
        </p:txBody>
      </p:sp>
      <p:sp>
        <p:nvSpPr>
          <p:cNvPr id="12" name="캘린더 (예정 vs 실제, 연장 · 대타 · 합의 휴무) 바탕"/>
          <p:cNvSpPr/>
          <p:nvPr/>
        </p:nvSpPr>
        <p:spPr>
          <a:xfrm>
            <a:off x="4206240" y="1773936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캘린더 (예정 vs 실제, 연장 · 대타 · 합의 휴무) 진행"/>
          <p:cNvSpPr/>
          <p:nvPr/>
        </p:nvSpPr>
        <p:spPr>
          <a:xfrm>
            <a:off x="4206240" y="1773936"/>
            <a:ext cx="1476756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16752" y="16459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85%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6459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반복 스케줄 입력 편의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02996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0299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급여 계산 (주휴 · 야간 · 휴게 · 시급 이력 · 연도별 최저임금)</a:t>
            </a:r>
            <a:endParaRPr lang="en-US" sz="1050" dirty="0"/>
          </a:p>
        </p:txBody>
      </p:sp>
      <p:sp>
        <p:nvSpPr>
          <p:cNvPr id="18" name="급여 계산 (주휴 · 야간 · 휴게 · 시급 이력 · 연도별 최저임금) 바탕"/>
          <p:cNvSpPr/>
          <p:nvPr/>
        </p:nvSpPr>
        <p:spPr>
          <a:xfrm>
            <a:off x="4206240" y="2157984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급여 계산 (주휴 · 야간 · 휴게 · 시급 이력 · 연도별 최저임금) 진행"/>
          <p:cNvSpPr/>
          <p:nvPr/>
        </p:nvSpPr>
        <p:spPr>
          <a:xfrm>
            <a:off x="4206240" y="2157984"/>
            <a:ext cx="1476756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16752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85%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0299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연장근로 가산 미반영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414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4140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입금액 비교 · 차액 알림 (여러 달 합계, 3.3% 세금)</a:t>
            </a:r>
            <a:endParaRPr lang="en-US" sz="1050" dirty="0"/>
          </a:p>
        </p:txBody>
      </p:sp>
      <p:sp>
        <p:nvSpPr>
          <p:cNvPr id="24" name="입금액 비교 · 차액 알림 (여러 달 합계, 3.3% 세금) 바탕"/>
          <p:cNvSpPr/>
          <p:nvPr/>
        </p:nvSpPr>
        <p:spPr>
          <a:xfrm>
            <a:off x="4206240" y="2542032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입금액 비교 · 차액 알림 (여러 달 합계, 3.3% 세금) 진행"/>
          <p:cNvSpPr/>
          <p:nvPr/>
        </p:nvSpPr>
        <p:spPr>
          <a:xfrm>
            <a:off x="4206240" y="2542032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16752" y="2414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41401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문자 · 명세서 사진 자동 인식은 보류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27980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단계별 정산 요청 (메시지 · 내용증명 · 진정 안내, 보낸 날짜)</a:t>
            </a:r>
            <a:endParaRPr lang="en-US" sz="1050" dirty="0"/>
          </a:p>
        </p:txBody>
      </p:sp>
      <p:sp>
        <p:nvSpPr>
          <p:cNvPr id="30" name="단계별 정산 요청 (메시지 · 내용증명 · 진정 안내, 보낸 날짜) 바탕"/>
          <p:cNvSpPr/>
          <p:nvPr/>
        </p:nvSpPr>
        <p:spPr>
          <a:xfrm>
            <a:off x="4206240" y="2926080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단계별 정산 요청 (메시지 · 내용증명 · 진정 안내, 보낸 날짜) 진행"/>
          <p:cNvSpPr/>
          <p:nvPr/>
        </p:nvSpPr>
        <p:spPr>
          <a:xfrm>
            <a:off x="4206240" y="2926080"/>
            <a:ext cx="13030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016752" y="2798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75%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279806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문구 톤 사용자 검증, AI 문구는 선택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18211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31821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증빙 묶음 PDF (7개 항목, 첨부 사진)</a:t>
            </a:r>
            <a:endParaRPr lang="en-US" sz="1050" dirty="0"/>
          </a:p>
        </p:txBody>
      </p:sp>
      <p:sp>
        <p:nvSpPr>
          <p:cNvPr id="36" name="증빙 묶음 PDF (7개 항목, 첨부 사진) 바탕"/>
          <p:cNvSpPr/>
          <p:nvPr/>
        </p:nvSpPr>
        <p:spPr>
          <a:xfrm>
            <a:off x="4206240" y="3310128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증빙 묶음 PDF (7개 항목, 첨부 사진) 진행"/>
          <p:cNvSpPr/>
          <p:nvPr/>
        </p:nvSpPr>
        <p:spPr>
          <a:xfrm>
            <a:off x="4206240" y="3310128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16752" y="318211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318211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PDF 저장 확인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720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등록 (확인 번호 · 등록 시각, 확인 페이지)</a:t>
            </a:r>
            <a:endParaRPr lang="en-US" sz="1050" dirty="0"/>
          </a:p>
        </p:txBody>
      </p:sp>
      <p:sp>
        <p:nvSpPr>
          <p:cNvPr id="42" name="기록 등록 (확인 번호 · 등록 시각, 확인 페이지) 바탕"/>
          <p:cNvSpPr/>
          <p:nvPr/>
        </p:nvSpPr>
        <p:spPr>
          <a:xfrm>
            <a:off x="4206240" y="3694176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기록 등록 (확인 번호 · 등록 시각, 확인 페이지) 진행"/>
          <p:cNvSpPr/>
          <p:nvPr/>
        </p:nvSpPr>
        <p:spPr>
          <a:xfrm>
            <a:off x="4206240" y="3694176"/>
            <a:ext cx="1216152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16752" y="3566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70%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492240" y="35661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제3자가 내용으로 번호를 다시 계산하는 방법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9502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백업 · 불러오기</a:t>
            </a:r>
            <a:endParaRPr lang="en-US" sz="1050" dirty="0"/>
          </a:p>
        </p:txBody>
      </p:sp>
      <p:sp>
        <p:nvSpPr>
          <p:cNvPr id="48" name="기록 백업 · 불러오기 바탕"/>
          <p:cNvSpPr/>
          <p:nvPr/>
        </p:nvSpPr>
        <p:spPr>
          <a:xfrm>
            <a:off x="4206240" y="4078224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기록 백업 · 불러오기 진행"/>
          <p:cNvSpPr/>
          <p:nvPr/>
        </p:nvSpPr>
        <p:spPr>
          <a:xfrm>
            <a:off x="4206240" y="4078224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016752" y="3950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492240" y="3950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파일 저장 확인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433425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대비 구현 비율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기능 수 8 / 8, 완성도 평균 약 80%.  실제 사용자 검증은 시작 단계.  배포 주소 jihooni217.github.io/albaguard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통장처럼 쌓이는 기록, 질문처럼 묻는 비교</a:t>
            </a:r>
            <a:endParaRPr lang="en-US" sz="2400" dirty="0"/>
          </a:p>
        </p:txBody>
      </p:sp>
      <p:sp>
        <p:nvSpPr>
          <p:cNvPr id="4" name="캘린더 틀"/>
          <p:cNvSpPr/>
          <p:nvPr/>
        </p:nvSpPr>
        <p:spPr>
          <a:xfrm>
            <a:off x="411480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5" name="캘린더" descr="C:\Users\user\Desktop\albaguard기술창업\docs\screenshots\2-calen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266872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228600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실제를 비교해 연장 · 대타만 글자로</a:t>
            </a:r>
            <a:endParaRPr lang="en-US" sz="900" dirty="0"/>
          </a:p>
        </p:txBody>
      </p:sp>
      <p:sp>
        <p:nvSpPr>
          <p:cNvPr id="8" name="급여 비교 틀"/>
          <p:cNvSpPr/>
          <p:nvPr/>
        </p:nvSpPr>
        <p:spPr>
          <a:xfrm>
            <a:off x="2732389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9" name="급여 비교" descr="C:\Users\user\Desktop\albaguard기술창업\docs\screenshots\3-p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109" y="1280160"/>
            <a:ext cx="1266872" cy="2743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95229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급여 비교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2549509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"실제로 얼마 받았나요?"를 먼저 묻는다</a:t>
            </a:r>
            <a:endParaRPr lang="en-US" sz="900" dirty="0"/>
          </a:p>
        </p:txBody>
      </p:sp>
      <p:sp>
        <p:nvSpPr>
          <p:cNvPr id="12" name="증빙 묶음 PDF 틀"/>
          <p:cNvSpPr/>
          <p:nvPr/>
        </p:nvSpPr>
        <p:spPr>
          <a:xfrm>
            <a:off x="5053299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13" name="증빙 묶음 PDF" descr="C:\Users\user\Desktop\albaguard기술창업\docs\screenshots\8-eviden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019" y="1280160"/>
            <a:ext cx="1266872" cy="2743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16139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4870419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근무 기록 · 수정 이력 · 계산 · 입금 · 사진 · 등록 확인</a:t>
            </a:r>
            <a:endParaRPr lang="en-US" sz="900" dirty="0"/>
          </a:p>
        </p:txBody>
      </p:sp>
      <p:sp>
        <p:nvSpPr>
          <p:cNvPr id="16" name="확인 페이지 틀"/>
          <p:cNvSpPr/>
          <p:nvPr/>
        </p:nvSpPr>
        <p:spPr>
          <a:xfrm>
            <a:off x="7374208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</p:spPr>
      </p:sp>
      <p:pic>
        <p:nvPicPr>
          <p:cNvPr id="17" name="확인 페이지" descr="C:\Users\user\Desktop\albaguard기술창업\docs\screenshots\9-verify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928" y="1280160"/>
            <a:ext cx="1266872" cy="274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37048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191328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번호를 넣으면 서버 등록 시각이 나온다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 (약 3분, 실제 배포된 앱으로)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3502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설정 → 시연용 예시 데이터 넣기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석 달치 기록과 두 달치 덜 받은 급여가 들어간다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084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9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출근 · 퇴근 버튼 → 설정에서 "2건 등록됨"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기록할 때마다 서버에 확인 번호가 남는다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779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캘린더에서 연장 · 대타 확인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272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예정 스케줄과 실제 근무의 차이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58444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295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770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</a:t>
            </a:r>
            <a:endParaRPr lang="en-US" sz="1000" dirty="0"/>
          </a:p>
        </p:txBody>
      </p:sp>
      <p:sp>
        <p:nvSpPr>
          <p:cNvPr id="20" name="번호 5"/>
          <p:cNvSpPr/>
          <p:nvPr/>
        </p:nvSpPr>
        <p:spPr>
          <a:xfrm>
            <a:off x="4709160" y="133502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0916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48072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요청 메시지 생성 (3개월 합계) → 복사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</a:t>
            </a:r>
            <a:endParaRPr lang="en-US" sz="1000" dirty="0"/>
          </a:p>
        </p:txBody>
      </p:sp>
      <p:sp>
        <p:nvSpPr>
          <p:cNvPr id="24" name="번호 6"/>
          <p:cNvSpPr/>
          <p:nvPr/>
        </p:nvSpPr>
        <p:spPr>
          <a:xfrm>
            <a:off x="4709160" y="2084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091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2029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증빙 묶음 PDF → 7번 "기록 등록 확인"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확인 번호를 확인 페이지에 넣어 등록 시각 확인</a:t>
            </a:r>
            <a:endParaRPr lang="en-US" sz="1000" dirty="0"/>
          </a:p>
        </p:txBody>
      </p:sp>
      <p:sp>
        <p:nvSpPr>
          <p:cNvPr id="28" name="번호 7"/>
          <p:cNvSpPr/>
          <p:nvPr/>
        </p:nvSpPr>
        <p:spPr>
          <a:xfrm>
            <a:off x="4709160" y="283464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48072" y="2779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3단계 진정 안내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48072" y="31272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1350 전화 · 노동포털 연결. 진정서는 만들지 않는다</a:t>
            </a:r>
            <a:endParaRPr lang="en-US" sz="1000" dirty="0"/>
          </a:p>
        </p:txBody>
      </p:sp>
      <p:sp>
        <p:nvSpPr>
          <p:cNvPr id="32" name="대비 칸"/>
          <p:cNvSpPr/>
          <p:nvPr/>
        </p:nvSpPr>
        <p:spPr>
          <a:xfrm>
            <a:off x="4709160" y="3657600"/>
            <a:ext cx="3977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92040" y="3657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대비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인터넷이 안 되면 캡처 · 짧은 녹화로 대신한다. 발표 전날 앱에서 기록 하나를 남겨 서버(무료 요금제)를 깨워 둔다.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음식점이 여기에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48.0%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알바생 중 임금 관련 문제 경험 (알바천국, 2,457명, 2025.1)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tx2"/>
                </a:solidFill>
              </a:rPr>
              <a:t>타겟 규모(어림)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고등교육기관 재적학생 307만 명(2026 교육기본통계) × 알바 경험률 약 70~80%(학교 단위 조사, 대표값 아님) → 약 200만 명 안팎. 주 15시간 이상 비율은 설문으로 파악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2025.9 임금체불 근절 대책(대지급금 확대), 2025.10.23 개정 근로기준법 시행(상습 체불 제재). 증거만 있으면 돌려받는 길이 넓어졌다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경쟁 서비스 사이의 빈자리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822960" y="1325880"/>
            <a:ext cx="4754880" cy="3017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1325880"/>
            <a:ext cx="0" cy="301752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34640"/>
            <a:ext cx="4754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혼자 쓴다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사장과 함께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273552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대응까지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273552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계산까지</a:t>
            </a:r>
            <a:endParaRPr lang="en-US" sz="900" dirty="0"/>
          </a:p>
        </p:txBody>
      </p:sp>
      <p:sp>
        <p:nvSpPr>
          <p:cNvPr id="11" name="알바천국 · 알바몬 계산기 칩"/>
          <p:cNvSpPr/>
          <p:nvPr/>
        </p:nvSpPr>
        <p:spPr>
          <a:xfrm>
            <a:off x="1051560" y="3566160"/>
            <a:ext cx="187452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3566160"/>
            <a:ext cx="1728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13" name="하우머치 칩"/>
          <p:cNvSpPr/>
          <p:nvPr/>
        </p:nvSpPr>
        <p:spPr>
          <a:xfrm>
            <a:off x="1371600" y="297180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44752" y="297180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5" name="기그 칩"/>
          <p:cNvSpPr/>
          <p:nvPr/>
        </p:nvSpPr>
        <p:spPr>
          <a:xfrm>
            <a:off x="3657600" y="310896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0752" y="310896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사장 연동 필요, 기록 · 계약서</a:t>
            </a:r>
            <a:endParaRPr lang="en-US" sz="1050" dirty="0"/>
          </a:p>
        </p:txBody>
      </p:sp>
      <p:sp>
        <p:nvSpPr>
          <p:cNvPr id="17" name="진정24 · 노동포털 칩"/>
          <p:cNvSpPr/>
          <p:nvPr/>
        </p:nvSpPr>
        <p:spPr>
          <a:xfrm>
            <a:off x="3657600" y="160020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30752" y="160020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9" name="알바가드 칩"/>
          <p:cNvSpPr/>
          <p:nvPr/>
        </p:nvSpPr>
        <p:spPr>
          <a:xfrm>
            <a:off x="1325880" y="173736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99032" y="173736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알바가드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혼자 기록 → 비교 → 요청 → 증빙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왼쪽 위가 비어 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173736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혼자 쓰면서 대응까지 가는 서비스가 없다. 하우머치 · 계산기는 계산에서 멈추고, 기그는 사장이 있어야 하고, 진정24는 증거가 있어야 한다.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쌓인 기록이 곧 전환 비용이다. 몇 달 쓴 사람은 옮기기 어렵다.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하우머치가 비교 칸을 넣으면 따라올 수 있다. 그래서 기록 등록(확인 번호)처럼 따라 하기 어려운 쪽을 키운다.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6419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신뢰가 핵심인 화면에는 광고를 섞지 않는다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76288" y="1280160"/>
            <a:ext cx="1810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무료 · 광고 없음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836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83664"/>
            <a:ext cx="6419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스도쿠 · 틀린 그림 찾기 · 블록 채우기 화면에만. 웹에서도 Google H5 Games Ads로 보상형 광고 가능 (승인 필요, 미신청)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76288" y="1883664"/>
            <a:ext cx="1810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게임 화면만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8716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87168"/>
            <a:ext cx="6419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2차 (후보): 편의 기능 구독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여러 폰 동기화, 자동 백업처럼 문서 · 법률과 무관한 기능만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2487168"/>
            <a:ext cx="1810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구독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90672"/>
            <a:ext cx="6419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돈을 받고 문서를 만들어 주면 변호사법 · 공인노무사법 문제에 가까워진다 (웹 조사 기준)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76288" y="3090672"/>
            <a:ext cx="1810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유료화 안 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9417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8862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하나로 설치되니 에브리타임 · 학과 · 동아리 단톡 · 알바 커뮤니티에 링크로 전파. "주휴수당 계산법" 같은 짧은 영상으로 유입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1596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43159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지금까지 들은 것, 11월에 물어볼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들은 것 (정식 조사 아님, 주변 의견)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타겟 사용자 1명이 디자인 시안 12장 중 통장 구성을 골랐다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"알바비는 직관적인 게 중요" → 그대로 적용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2212848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12848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친구 스케치로 앱 아이콘을 정했다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고리(쌓이는 시간) + 방패 + 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871216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7121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팀원 피드백: "근무 중에만 열리는 게임은 보기에 안 좋다"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→ 10/25 "쉬는 틈에"로 바꾸고 설정에서 숨길 수 있게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52958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52958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설문 공개 (10/23)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응답 수는 발표 전 갱신 · 자동 집계 페이지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418795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계획 (11월)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5544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설문 30명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지금 알바 중 · 예전에 함 · 한 적 없음으로 갈라 20문항 안팎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37760" y="2212848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22128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직접 인터뷰 5명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앱을 써 보게 하고: 문구를 실제로 보낼 수 있을지, 확인 번호 설명이 이해되는지, 매달 금액을 넣을 만한지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37760" y="2871216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8712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결과는 사람 수로 말한다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"N명 중 M명". %는 30명을 넘을 때만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3529584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0" name="설문 주소 칸"/>
          <p:cNvSpPr/>
          <p:nvPr/>
        </p:nvSpPr>
        <p:spPr>
          <a:xfrm>
            <a:off x="4937760" y="3611880"/>
            <a:ext cx="37490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6576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설문 주소</a:t>
            </a:r>
            <a:endParaRPr lang="en-US" sz="10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jihooni217.github.io/albaguard/survey.html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 · 3분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10/27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885509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19057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152606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11/17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786154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11/24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19703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12/1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053251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12/8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280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담당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57276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설문 수집 · 인터뷰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박명진 · 손유호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51960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85509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19057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52606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6154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19703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53251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2" name="설문 수집 · 인터뷰 막대"/>
          <p:cNvSpPr/>
          <p:nvPr/>
        </p:nvSpPr>
        <p:spPr>
          <a:xfrm>
            <a:off x="4297680" y="17647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1031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피드백 반영 1차 (문구 · 화면)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51960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85509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19057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2606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86154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19703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53251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피드백 반영 1차 (문구 · 화면) 막대"/>
          <p:cNvSpPr/>
          <p:nvPr/>
        </p:nvSpPr>
        <p:spPr>
          <a:xfrm>
            <a:off x="5564777" y="22219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25603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폰 검증 (아이폰 · 갤럭시)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2560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 · 박명진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51960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85509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9057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52606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786154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19703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53251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실제 폰 검증 (아이폰 · 갤럭시) 막대"/>
          <p:cNvSpPr/>
          <p:nvPr/>
        </p:nvSpPr>
        <p:spPr>
          <a:xfrm>
            <a:off x="5564777" y="2679192"/>
            <a:ext cx="1809206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등록 보강 (제3자 확인 방법)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200400" y="30175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251960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85509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19057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52606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86154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19703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053251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기록 등록 보강 (제3자 확인 방법) 막대"/>
          <p:cNvSpPr/>
          <p:nvPr/>
        </p:nvSpPr>
        <p:spPr>
          <a:xfrm>
            <a:off x="6198326" y="3136392"/>
            <a:ext cx="1809206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00" y="34747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3474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게임 화면 광고 실험 또는 새 게임 (선택)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3200400" y="3474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 · 손유호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251960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85509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519057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52606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86154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9703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53251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게임 화면 광고 실험 또는 새 게임 (선택) 막대"/>
          <p:cNvSpPr/>
          <p:nvPr/>
        </p:nvSpPr>
        <p:spPr>
          <a:xfrm>
            <a:off x="6831874" y="35935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720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최종 보고서 · 발표 준비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320040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전원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251960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85509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519057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152606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786154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419703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053251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최종 보고서 · 발표 준비 막대"/>
          <p:cNvSpPr/>
          <p:nvPr/>
        </p:nvSpPr>
        <p:spPr>
          <a:xfrm>
            <a:off x="7465423" y="40507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7200" y="43891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중간 발표 10/27 (화) → 기말 발표 12/15 (월) 예정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개발 · 배포, 기록 등록 보강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실제 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차별점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기획 · 시장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실험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집계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운영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사용자 인터뷰 ·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보고서 편집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갤럭시 설치 · 테스트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법적 효력을 보장한다고 말하지 않습니다. 근로감독관 · 법원이 판단할 자료를 정리합니다.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 · jihooni217.github.io/albaguard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 발표</dc:title>
  <dc:subject>PptxGenJS Presentation</dc:subject>
  <dc:creator>4조</dc:creator>
  <cp:lastModifiedBy>4조</cp:lastModifiedBy>
  <cp:revision>1</cp:revision>
  <dcterms:created xsi:type="dcterms:W3CDTF">2026-10-25T11:56:15Z</dcterms:created>
  <dcterms:modified xsi:type="dcterms:W3CDTF">2026-10-25T11:56:15Z</dcterms:modified>
</cp:coreProperties>
</file>