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43c7ff68-6bc0-81d3-6f2e-618b7849b061}">
          <p14:sldIdLst>
            <p14:sldId id="256"/>
            <p14:sldId id="257"/>
          </p14:sldIdLst>
        </p14:section>
        <p14:section name="② 문제 정의" id="{a594a6d2-ea66-bb4c-f8a8-024f10a41e7a}">
          <p14:sldIdLst>
            <p14:sldId id="258"/>
            <p14:sldId id="259"/>
          </p14:sldIdLst>
        </p14:section>
        <p14:section name="③ 솔루션·핵심 가치" id="{233955bc-b0ee-3729-effe-604d6838fadd}">
          <p14:sldIdLst>
            <p14:sldId id="260"/>
            <p14:sldId id="261"/>
          </p14:sldIdLst>
        </p14:section>
        <p14:section name="④ SW 기술 아키텍처" id="{fec46cd1-20c6-1092-5012-db3d0d1e75c7}">
          <p14:sldIdLst>
            <p14:sldId id="262"/>
            <p14:sldId id="263"/>
          </p14:sldIdLst>
        </p14:section>
        <p14:section name="⑤ 개발 현황·MVP 시연" id="{1d6bdd00-3ec8-21b5-8882-3be1981f4c86}">
          <p14:sldIdLst>
            <p14:sldId id="264"/>
            <p14:sldId id="265"/>
            <p14:sldId id="266"/>
            <p14:sldId id="267"/>
          </p14:sldIdLst>
        </p14:section>
        <p14:section name="⑥ 시장 분석·비즈니스 모델" id="{46e3ae46-7626-457b-166f-59d94e882fa4}">
          <p14:sldIdLst>
            <p14:sldId id="268"/>
            <p14:sldId id="269"/>
            <p14:sldId id="270"/>
          </p14:sldIdLst>
        </p14:section>
        <p14:section name="⑦ 초기 시장 검증" id="{9efe7318-0966-7430-39b4-f2f4a584e33a}">
          <p14:sldIdLst>
            <p14:sldId id="271"/>
          </p14:sldIdLst>
        </p14:section>
        <p14:section name="⑧ 향후 계획·팀 역량" id="{1089a665-3adf-f981-1b38-8089ae8cbbda}">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 (멈춤) 결국 문제는 계산이 아니라, 말을 꺼낼 근거가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결국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표를 한 문장으로 줄이면, 앱은 폰 안에서 돌아가고 서버는 꼭 필요한 곳에만 쓴다는 겁니다. 앱은 React와 Vite로 만든 웹앱이라 앱스토어 없이 링크로 바로 설치하고, 홈 화면에 추가하면 인터넷이 없어도 열립니다. 서버는 따로 두지 않았고, Supabase는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2026-10-26T21:13:15Z</dcterms:created>
  <dcterms:modified xsi:type="dcterms:W3CDTF">2026-10-26T21:13:15Z</dcterms:modified>
</cp:coreProperties>
</file>