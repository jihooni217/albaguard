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4bafb02b-29ee-6810-28f1-b391b49eacda}">
          <p14:sldIdLst>
            <p14:sldId id="256"/>
            <p14:sldId id="257"/>
          </p14:sldIdLst>
        </p14:section>
        <p14:section name="② 문제 정의" id="{106b90ff-328d-7607-4e8c-23cb0d578de7}">
          <p14:sldIdLst>
            <p14:sldId id="258"/>
            <p14:sldId id="259"/>
          </p14:sldIdLst>
        </p14:section>
        <p14:section name="③ 솔루션·핵심 가치" id="{f9a78ba7-962f-41a1-5e4f-256480a2e450}">
          <p14:sldIdLst>
            <p14:sldId id="260"/>
            <p14:sldId id="261"/>
          </p14:sldIdLst>
        </p14:section>
        <p14:section name="④ SW 기술 아키텍처" id="{482c20d8-b1c5-ffea-a4e2-cb5077a026eb}">
          <p14:sldIdLst>
            <p14:sldId id="262"/>
            <p14:sldId id="263"/>
          </p14:sldIdLst>
        </p14:section>
        <p14:section name="⑤ 개발 현황·MVP 시연" id="{3bb709f4-af13-3f9a-c1fd-6599df249862}">
          <p14:sldIdLst>
            <p14:sldId id="264"/>
            <p14:sldId id="265"/>
            <p14:sldId id="266"/>
            <p14:sldId id="267"/>
          </p14:sldIdLst>
        </p14:section>
        <p14:section name="⑥ 시장 분석·비즈니스 모델" id="{09d44b13-3ac8-38c3-960b-68f8ffb0db15}">
          <p14:sldIdLst>
            <p14:sldId id="268"/>
            <p14:sldId id="269"/>
            <p14:sldId id="270"/>
          </p14:sldIdLst>
        </p14:section>
        <p14:section name="⑦ 초기 시장 검증" id="{5ea302cf-7027-2708-f862-88cd8c5af3ca}">
          <p14:sldIdLst>
            <p14:sldId id="271"/>
          </p14:sldIdLst>
        </p14:section>
        <p14:section name="⑧ 향후 계획·팀 역량" id="{bc1aacec-9f5d-b2bf-7f2a-1c7c06041655}">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의견은 정식 조사가 아닙니다. 타깃 사용자 1명이 디자인 시안 12장 중 통장 구성을 골랐습니다. 링크 설문은 10/23에 열었습니다.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 이상일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모읍니다.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2026-10-26T07:11:35Z</dcterms:created>
  <dcterms:modified xsi:type="dcterms:W3CDTF">2026-10-26T07:11:35Z</dcterms:modified>
</cp:coreProperties>
</file>