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6e965294-8947-f9da-5b41-bc3a7d7c3dd2}">
          <p14:sldIdLst>
            <p14:sldId id="256"/>
            <p14:sldId id="257"/>
          </p14:sldIdLst>
        </p14:section>
        <p14:section name="② 문제 정의" id="{65e5de21-ab32-1707-d0c6-fc3e84a500e3}">
          <p14:sldIdLst>
            <p14:sldId id="258"/>
            <p14:sldId id="259"/>
          </p14:sldIdLst>
        </p14:section>
        <p14:section name="③ 솔루션·핵심 가치" id="{6b97fe7e-6d2b-0bd7-a4bd-6b1ee2f322d7}">
          <p14:sldIdLst>
            <p14:sldId id="260"/>
            <p14:sldId id="261"/>
          </p14:sldIdLst>
        </p14:section>
        <p14:section name="④ SW 기술 아키텍처" id="{a466a510-9781-72e6-7019-c7eba63be1a7}">
          <p14:sldIdLst>
            <p14:sldId id="262"/>
            <p14:sldId id="263"/>
          </p14:sldIdLst>
        </p14:section>
        <p14:section name="⑤ 개발 현황·MVP 시연" id="{8f4d1fe0-8378-b0ce-20b8-6854ab314567}">
          <p14:sldIdLst>
            <p14:sldId id="264"/>
            <p14:sldId id="265"/>
            <p14:sldId id="266"/>
          </p14:sldIdLst>
        </p14:section>
        <p14:section name="⑥ 시장 분석·비즈니스 모델" id="{fd0f84f6-292e-acac-b56b-c602fb8c6cb2}">
          <p14:sldIdLst>
            <p14:sldId id="267"/>
            <p14:sldId id="268"/>
            <p14:sldId id="269"/>
          </p14:sldIdLst>
        </p14:section>
        <p14:section name="⑦ 초기 시장 검증" id="{4aabdea1-655c-a2e7-5db7-182f3f691cdf}">
          <p14:sldIdLst>
            <p14:sldId id="270"/>
          </p14:sldIdLst>
        </p14:section>
        <p14:section name="⑧ 향후 계획·팀 역량" id="{d981f802-ffc5-27a8-0d7a-c60b0b6e1f3c}">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만드는 비용이 낮아서 먼저 만들어 보고 검증하는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지금 확인 페이지는 번호의 서버 등록 시각까지 보여 주고, 기록 내용에서 번호를 다시 계산해 맞춰 보는 방법은 기말까지 만듭니다(그래서 9장에 70%). 근무지 · 시각 · 금액은 서버로 가지 않고, "그날 실제로 일했다"까지는 증명하지 못합니다.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전날 할 일: Supabase 대시보드에서 프로젝트 상태를 확인하고(잠들어 있으면 Restore. 무료 요금제는 일주일 요청이 없으면 멈추고 앱 요청으로는 깨어나지 않음) 앱에서 출근 · 퇴근을 눌러 설정 탭에 "2건 등록됨"이 뜨는지, 확인 페이지가 열리는지 끝까지 본다. 인터넷이 안 되면 캡처 · 짧은 녹화로 대신한다.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10/13 MVP 기능 정의서의 포함 기능 8개와 제외 기능 6개(금액 자동 인식 · 푸시 알림 · AI 문구 · 광고 · 로그인 · 진정서)입니다.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학교 단위 조사(동의대 316명 88%, 동국대 200명 67.5%)라 대표값이 아닙니다. 근절 대책은 대지급금을 3개월분에서 6개월분으로, 개정법은 상습 체불 사업주 신용 제재입니다. "이 비율의 첫 조각은 지금 답하고 계신 설문에서 나옵니다.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핵심 기능은 한 달에 한 번이라 매일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"기록이 폰에만 있다"는 약점을 돈 내고 없애는 선택 기능이라 "근무 내용은 폰 안에만" 원칙과 충돌하지 않습니다(원하는 사람만).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 법적 효력 있나? → 보장하지 않는다. 판단은 감독관 · 법원. 우리는 판단할 자료를 정리하고, 수정 이력과 확인 번호로 "나중에 고친 게 아니다"까지 보여 준다. 통장 내역 · 카톡과 함께 내야 한다고 앱에도 적어 뒀다.
·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고객 검증도 전에 왜 먼저 만들었나? → 맞다. 다만 링크로 배포되는 웹앱이라 만들어 보여 주는 것이 가장 싸고 정확한 검증이었다. 9월 경쟁 앱 리뷰로 빈자리를 확인하고 10/13 정의서로 범위를 8개로 잘랐다. 설문에 캡처 3장을 넣고 "실제로 있다면 쓰겠나"를 묻는다. 12/7까지는 고치는 기간.
· 받은 금액을 매달 직접 넣어야 하는데 넣을까? → 가장 큰 가설이라 인터뷰 1번. 첫 화면에서 "9월 급여 받으셨나요?"라고 묻고 넣는 순간 덜 받은 돈이 보이게 했다. 5명 중 3명이 아니면 자동 인식을 앞당긴다.
· 하우머치가 따라 하면? → 비교 기능은 따라올 수 있다. 그래서 확인 번호(기록 신뢰성)와 요청 · 증빙까지 잇는 흐름이 차별점.
· 급여 앱에 게임이 왜? 근무 중에 게임을 권하나? → 핵심 기능은 한 달에 한 번이라 매일 열 이유. 처음엔 근무 중에만이었는데 팀원 의견으로 10/25 조건을 풀고 설정에서 숨길 수 있게 했다. 게임 기록은 문서에 안 섞인다. 안 되면 게임을 빼도 기록 → 비교 → 요청은 그대로.
· 같은 과 학생 설문이 무슨 의미? 편향 아닌가? → 맞다. "정식 조사 아님"을 적고 사람 수로만 말한다. 중복 응답도 막지 않았다(이름 · 기기 정보를 안 받는 대가). 11월 30명은 과 밖에서, 인터뷰 5명으로 이유를 듣는다.
· 법률 서비스 아닌가? → 무료, 본인 기록을 정해진 양식에 채울 뿐, 개별 사안 검토 · 대행 없음, 진정은 1350 · 노동포털로 연결만.
· 수익은? → 게임 화면 광고(가설). 운영 비용은 0원. 문서 유료화는 안 한다.
·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10/13 MVP 기능 정의서 기준.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빈자리  </a:t>
            </a:r>
            <a:pPr indent="0" marL="0">
              <a:buNone/>
            </a:pPr>
            <a:r>
              <a:rPr lang="en-US" sz="1150" dirty="0">
                <a:solidFill>
                  <a:schemeClr val="tx1"/>
                </a:solidFill>
              </a:rPr>
              <a:t>신고 창구가 없어서가 아니라 말을 꺼낼 근거가 없어서 덮인다. 알바가드는 그 앞 단계를 채운다. 마지막 줄 X는 일부러 비웠다  (공식 소개 · 리뷰, 2026.9)</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세 가지와 한계 한 가지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 기그처럼 사장이 가입할 필요가 없다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비교한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답</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그래서 다음 단계는 기록의 신뢰성, 즉 3번이다.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고쳐 다시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 소유권은 사용자에게. 공개 키로는 넣기 · 읽기만(RLS), 시각은 서버가 찍음. 운영자 조작까지 막는 건 아님(외부 시점확인은 계획)</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 (줄이 늘어남)</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(실제 배포된 앱으로,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512064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오늘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512064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0" name="말로 대신 칸"/>
          <p:cNvSpPr/>
          <p:nvPr/>
        </p:nvSpPr>
        <p:spPr>
          <a:xfrm>
            <a:off x="6309360" y="1325880"/>
            <a:ext cx="2377440" cy="1920240"/>
          </a:xfrm>
          <a:prstGeom prst="roundRect">
            <a:avLst>
              <a:gd name="adj" fmla="val 4762"/>
            </a:avLst>
          </a:prstGeom>
          <a:solidFill>
            <a:schemeClr val="bg2"/>
          </a:solidFill>
          <a:ln w="12700">
            <a:solidFill>
              <a:schemeClr val="bg2"/>
            </a:solidFill>
            <a:prstDash val="solid"/>
          </a:ln>
        </p:spPr>
      </p:sp>
      <p:sp>
        <p:nvSpPr>
          <p:cNvPr id="21" name="Text 19"/>
          <p:cNvSpPr txBox="1"/>
          <p:nvPr/>
        </p:nvSpPr>
        <p:spPr>
          <a:xfrm>
            <a:off x="6492240" y="1417320"/>
            <a:ext cx="2103120" cy="1783080"/>
          </a:xfrm>
          <a:prstGeom prst="rect">
            <a:avLst/>
          </a:prstGeom>
          <a:noFill/>
          <a:ln/>
        </p:spPr>
        <p:txBody>
          <a:bodyPr wrap="square" lIns="0" tIns="0" rIns="0" bIns="0" rtlCol="0" anchor="t"/>
          <a:lstStyle/>
          <a:p>
            <a:pPr indent="0" marL="0">
              <a:spcAft>
                <a:spcPts val="300"/>
              </a:spcAft>
              <a:buNone/>
            </a:pPr>
            <a:r>
              <a:rPr lang="en-US" sz="1000" b="1" dirty="0">
                <a:solidFill>
                  <a:schemeClr val="tx2"/>
                </a:solidFill>
              </a:rPr>
              <a:t>말로 대신하는 것</a:t>
            </a:r>
            <a:endParaRPr lang="en-US" sz="1000" dirty="0"/>
          </a:p>
          <a:p>
            <a:pPr marL="127000" indent="-127000">
              <a:spcAft>
                <a:spcPts val="300"/>
              </a:spcAft>
              <a:buSzPct val="100000"/>
              <a:buChar char="•"/>
            </a:pPr>
            <a:r>
              <a:rPr lang="en-US" sz="1000" dirty="0">
                <a:solidFill>
                  <a:schemeClr val="tx1"/>
                </a:solidFill>
              </a:rPr>
              <a:t>캘린더의 연장 · 대타 표시</a:t>
            </a:r>
            <a:endParaRPr lang="en-US" sz="1000" dirty="0"/>
          </a:p>
          <a:p>
            <a:pPr marL="127000" indent="-127000">
              <a:spcAft>
                <a:spcPts val="300"/>
              </a:spcAft>
              <a:buSzPct val="100000"/>
              <a:buChar char="•"/>
            </a:pPr>
            <a:r>
              <a:rPr lang="en-US" sz="1000" dirty="0">
                <a:solidFill>
                  <a:schemeClr val="tx1"/>
                </a:solidFill>
              </a:rPr>
              <a:t>3단계 진정 안내: 1350 · 노동포털 연결. 진정서는 만들지 않는다</a:t>
            </a:r>
            <a:endParaRPr lang="en-US" sz="1000" dirty="0"/>
          </a:p>
          <a:p>
            <a:pPr marL="127000" indent="-127000">
              <a:spcAft>
                <a:spcPts val="300"/>
              </a:spcAft>
              <a:buSzPct val="100000"/>
              <a:buChar char="•"/>
            </a:pPr>
            <a:r>
              <a:rPr lang="en-US" sz="1000" dirty="0">
                <a:solidFill>
                  <a:schemeClr val="tx1"/>
                </a:solidFill>
              </a:rPr>
              <a:t>예시 데이터는 발표 전에 넣어 둔다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사진 자동 인식(보류)</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10/13 MVP 정의서의 포함 8 · 제외 6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67~88% → 지금 알바 중 · 주 15시간 이상은 11월 설문으로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4389120" y="2560320"/>
            <a:ext cx="109728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사장과 함께</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쓰면서 대응까지 가는 서비스가 없다</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2×2의 왼쪽 위 칸이 비어 있다.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핵심 기능은 한 달에 한 번, 급여일에 쓴다. 매일 열 이유를 만들려고 쉬는 틈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"기록이 폰에만 있다"는 약점을 돈 내고 없애는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링크 하나로 설치되니 에브리타임 · 학과 단톡 · 알바 커뮤니티에 링크로. "주휴수당 계산법" 짧은 영상으로 유입</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가설 하나를 11월에 다섯 가지로 잰다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6"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재는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응답 30명 넘을 때 비율로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만들어 보여 주는 게 가장 싼 검증. 설문에 앱 캡처 3장을 넣고 "실제로 있다면 쓰겠나"를 묻는다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설문 · 인터뷰</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검증</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수업 계획서 일부 작성(지금까지)</a:t>
            </a:r>
            <a:endParaRPr lang="en-US" sz="1150" dirty="0"/>
          </a:p>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운영 · 검증</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2026-10-25T16:59:49Z</dcterms:created>
  <dcterms:modified xsi:type="dcterms:W3CDTF">2026-10-25T16:59:49Z</dcterms:modified>
</cp:coreProperties>
</file>