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57f74495-d371-46be-0460-4f1c9909b357}">
          <p14:sldIdLst>
            <p14:sldId id="256"/>
            <p14:sldId id="257"/>
          </p14:sldIdLst>
        </p14:section>
        <p14:section name="② 문제 정의" id="{7d276e9f-99cf-b45e-9949-476f1043e9f0}">
          <p14:sldIdLst>
            <p14:sldId id="258"/>
            <p14:sldId id="259"/>
          </p14:sldIdLst>
        </p14:section>
        <p14:section name="③ 솔루션·핵심 가치" id="{d691fa29-fb4d-54fc-6642-636bcd897f50}">
          <p14:sldIdLst>
            <p14:sldId id="260"/>
            <p14:sldId id="261"/>
          </p14:sldIdLst>
        </p14:section>
        <p14:section name="④ SW 기술 아키텍처" id="{b985658a-57aa-bd88-87e1-33ee656425e7}">
          <p14:sldIdLst>
            <p14:sldId id="262"/>
            <p14:sldId id="263"/>
          </p14:sldIdLst>
        </p14:section>
        <p14:section name="⑤ 개발 현황·MVP 시연" id="{69411d00-95a5-bfe1-11c5-27aba381a516}">
          <p14:sldIdLst>
            <p14:sldId id="264"/>
            <p14:sldId id="265"/>
            <p14:sldId id="266"/>
            <p14:sldId id="267"/>
          </p14:sldIdLst>
        </p14:section>
        <p14:section name="⑥ 시장 분석·비즈니스 모델" id="{e2dfeca1-f57a-c0aa-b48c-d56ebe94b9ec}">
          <p14:sldIdLst>
            <p14:sldId id="268"/>
            <p14:sldId id="269"/>
            <p14:sldId id="270"/>
          </p14:sldIdLst>
        </p14:section>
        <p14:section name="⑦ 초기 시장 검증" id="{f8665c0c-f173-db42-22e1-f85807587ba4}">
          <p14:sldIdLst>
            <p14:sldId id="271"/>
          </p14:sldIdLst>
        </p14:section>
        <p14:section name="⑧ 향후 계획·팀 역량" id="{831f7b68-afdd-bf4a-89be-f8bff755328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가운데 세 줄(비교 · 요청 · 등록 시각)은 다른 서비스가 모두 X다. 알바가드가 채우는 칸이다. 진정 접수는 일부러 연결만 한다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2026-10-26T00:26:43Z</dcterms:created>
  <dcterms:modified xsi:type="dcterms:W3CDTF">2026-10-26T00:26:43Z</dcterms:modified>
</cp:coreProperties>
</file>