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79c13dc6-0471-60a7-0473-11bc1519ccce}">
          <p14:sldIdLst>
            <p14:sldId id="256"/>
            <p14:sldId id="257"/>
          </p14:sldIdLst>
        </p14:section>
        <p14:section name="② 문제 정의" id="{816704cc-a310-f98d-8d8d-35242c9b50aa}">
          <p14:sldIdLst>
            <p14:sldId id="258"/>
            <p14:sldId id="259"/>
          </p14:sldIdLst>
        </p14:section>
        <p14:section name="③ 솔루션·핵심 가치" id="{20538d95-b0f5-9491-04a4-bd8fdaf5122c}">
          <p14:sldIdLst>
            <p14:sldId id="260"/>
            <p14:sldId id="261"/>
          </p14:sldIdLst>
        </p14:section>
        <p14:section name="④ SW 기술 아키텍처" id="{9b09e95e-bee0-7e8e-4401-55733e39eb56}">
          <p14:sldIdLst>
            <p14:sldId id="262"/>
            <p14:sldId id="263"/>
          </p14:sldIdLst>
        </p14:section>
        <p14:section name="⑤ 개발 현황·MVP 시연" id="{79ffb2d4-bdc9-cc0c-aabb-c16f694ec5e8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1e87c8dd-7c7f-2351-7da8-1c7d2f7bb0fa}">
          <p14:sldIdLst>
            <p14:sldId id="268"/>
            <p14:sldId id="269"/>
            <p14:sldId id="270"/>
          </p14:sldIdLst>
        </p14:section>
        <p14:section name="⑦ 초기 시장 검증" id="{b36f4fcb-7b0d-f065-ab68-a8e66a99a8bf}">
          <p14:sldIdLst>
            <p14:sldId id="271"/>
          </p14:sldIdLst>
        </p14:section>
        <p14:section name="⑧ 향후 계획·팀 역량" id="{b1066ca7-229a-eacd-d84f-26438095656c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찾은 돈에서 일정 비율을 수수료로 받는 방식도 검토했지만, 돈을 받고 임금을 받아 내는 일을 돕는 셈이라 같은 법 문제가 생길 수 있고, 사용자가 실제로 돈을 받았는지 앱이 알 수도 없어서 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8일까지 6주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1일부터는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근무 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근무 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급여 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급여 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정산 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정산 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설득력이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검증(16쪽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 광고(가설)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문서 유료화 · 찾은 돈 수수료(성공 보수)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법 문제로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기말(12/8)까지 세 단계: 검증 → 반영 · 폰 확인 → 마무리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7271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054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71749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200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8988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2771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 · 동결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792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12/8 기말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673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7912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6290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24850" y="1234440"/>
            <a:ext cx="723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673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912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151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390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629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설문 30명 수집 · 집계 막대"/>
          <p:cNvSpPr/>
          <p:nvPr/>
        </p:nvSpPr>
        <p:spPr>
          <a:xfrm>
            <a:off x="4389120" y="2212848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673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912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151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390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9629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직접 인터뷰 5명 막대"/>
          <p:cNvSpPr/>
          <p:nvPr/>
        </p:nvSpPr>
        <p:spPr>
          <a:xfrm>
            <a:off x="5113020" y="256032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673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912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151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390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629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피드백 반영 1차 막대"/>
          <p:cNvSpPr/>
          <p:nvPr/>
        </p:nvSpPr>
        <p:spPr>
          <a:xfrm>
            <a:off x="5836920" y="2907792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0673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12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151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90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9629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실제 폰 검증 (아이폰 · 갤럭시) 막대"/>
          <p:cNvSpPr/>
          <p:nvPr/>
        </p:nvSpPr>
        <p:spPr>
          <a:xfrm>
            <a:off x="5836920" y="3255264"/>
            <a:ext cx="20802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673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7912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5151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2390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629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1" name="기록 등록 보강 막대"/>
          <p:cNvSpPr/>
          <p:nvPr/>
        </p:nvSpPr>
        <p:spPr>
          <a:xfrm>
            <a:off x="6560820" y="3602736"/>
            <a:ext cx="13563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74" name="Text 72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0673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912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5151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390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629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1" name="광고 실험 또는 새 게임 (11/23 결정) 막대"/>
          <p:cNvSpPr/>
          <p:nvPr/>
        </p:nvSpPr>
        <p:spPr>
          <a:xfrm>
            <a:off x="7284720" y="3950208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0673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912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5151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390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9629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1" name="최종 보고서 · 발표 준비 막대"/>
          <p:cNvSpPr/>
          <p:nvPr/>
        </p:nvSpPr>
        <p:spPr>
          <a:xfrm>
            <a:off x="8008620" y="4297680"/>
            <a:ext cx="632460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12/8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2026-10-27T10:45:16Z</dcterms:created>
  <dcterms:modified xsi:type="dcterms:W3CDTF">2026-10-27T10:45:16Z</dcterms:modified>
</cp:coreProperties>
</file>