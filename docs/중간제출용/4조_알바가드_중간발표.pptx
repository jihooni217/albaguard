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0f58fb3f-409f-a2c5-c59c-014d375efaba}">
          <p14:sldIdLst>
            <p14:sldId id="256"/>
            <p14:sldId id="257"/>
          </p14:sldIdLst>
        </p14:section>
        <p14:section name="② 문제 정의" id="{d2668b12-b954-ef11-4e50-79d3fc68bd4d}">
          <p14:sldIdLst>
            <p14:sldId id="258"/>
            <p14:sldId id="259"/>
          </p14:sldIdLst>
        </p14:section>
        <p14:section name="③ 솔루션·핵심 가치" id="{d0fb0579-12aa-f0c5-d963-16e6c9fa5162}">
          <p14:sldIdLst>
            <p14:sldId id="260"/>
            <p14:sldId id="261"/>
          </p14:sldIdLst>
        </p14:section>
        <p14:section name="④ SW 기술 아키텍처" id="{e4ffd053-f611-0a85-2ddb-9ab982c0f8d6}">
          <p14:sldIdLst>
            <p14:sldId id="262"/>
            <p14:sldId id="263"/>
          </p14:sldIdLst>
        </p14:section>
        <p14:section name="⑤ 개발 현황·MVP 시연" id="{bc763dff-a968-6c86-9b18-7f45afaa422c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5456586d-ed7b-1a3e-64b2-5419f679fc49}">
          <p14:sldIdLst>
            <p14:sldId id="268"/>
            <p14:sldId id="269"/>
            <p14:sldId id="270"/>
          </p14:sldIdLst>
        </p14:section>
        <p14:section name="⑦ 초기 시장 검증" id="{1bb42b46-a6da-4303-b2a1-4dd832bc39e1}">
          <p14:sldIdLst>
            <p14:sldId id="271"/>
          </p14:sldIdLst>
        </p14:section>
        <p14:section name="⑧ 향후 계획·팀 역량" id="{67472e3a-0f67-4d7b-c5f4-2bcf88132556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기록 등록 보강 막대"/>
          <p:cNvSpPr/>
          <p:nvPr/>
        </p:nvSpPr>
        <p:spPr>
          <a:xfrm>
            <a:off x="6250577" y="3602736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광고 실험 또는 새 게임 (11/23 결정) 막대"/>
          <p:cNvSpPr/>
          <p:nvPr/>
        </p:nvSpPr>
        <p:spPr>
          <a:xfrm>
            <a:off x="6871063" y="3950208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2026-10-27T10:01:13Z</dcterms:created>
  <dcterms:modified xsi:type="dcterms:W3CDTF">2026-10-27T10:01:13Z</dcterms:modified>
</cp:coreProperties>
</file>