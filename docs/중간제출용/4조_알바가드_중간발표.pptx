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99FFBC91-47FE-EA2D-EFFC-9ACAAE161063}">
          <p14:sldIdLst>
            <p14:sldId id="256"/>
            <p14:sldId id="257"/>
          </p14:sldIdLst>
        </p14:section>
        <p14:section name="② 문제 정의" id="{077BBB67-8A0E-AC01-E6E1-8C510D67C388}">
          <p14:sldIdLst>
            <p14:sldId id="258"/>
            <p14:sldId id="259"/>
          </p14:sldIdLst>
        </p14:section>
        <p14:section name="③ 솔루션·핵심 가치" id="{6A594939-EAEA-73E8-6F65-2E5125DF9629}">
          <p14:sldIdLst>
            <p14:sldId id="260"/>
            <p14:sldId id="261"/>
          </p14:sldIdLst>
        </p14:section>
        <p14:section name="④ SW 기술 아키텍처" id="{88330113-D078-CC9F-C357-7211B7632F8E}">
          <p14:sldIdLst>
            <p14:sldId id="262"/>
            <p14:sldId id="263"/>
          </p14:sldIdLst>
        </p14:section>
        <p14:section name="⑤ 개발 현황·MVP 시연" id="{4C5B1F02-AF5F-0FD2-0F14-0E1F3F11477A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68BB7F73-DB8D-5D56-335F-F441EBE49CE8}">
          <p14:sldIdLst>
            <p14:sldId id="268"/>
            <p14:sldId id="269"/>
            <p14:sldId id="270"/>
          </p14:sldIdLst>
        </p14:section>
        <p14:section name="⑦ 초기 시장 검증" id="{CAFFBE3F-D1A6-B752-BE1C-57E64C35BE72}">
          <p14:sldIdLst>
            <p14:sldId id="271"/>
          </p14:sldIdLst>
        </p14:section>
        <p14:section name="⑧ 향후 계획·팀 역량" id="{8F101798-280C-C869-53BF-5F939C43416D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5171A"/>
                    </a:solidFill>
                    <a:latin typeface="+mn-lt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2C-426B-9170-3CF4F6E6722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8505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endParaRPr lang="en-US" sz="105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267004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331012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r>
              <a:rPr lang="en-US" sz="1050" b="1" dirty="0">
                <a:solidFill>
                  <a:schemeClr val="tx2"/>
                </a:solidFill>
              </a:rPr>
              <a:t>% 기준  </a:t>
            </a: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8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234440"/>
          <a:ext cx="384048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marL="0" indent="0" algn="ctr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10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3551</Words>
  <Application>Microsoft Office PowerPoint</Application>
  <PresentationFormat>화면 슬라이드 쇼(16:9)</PresentationFormat>
  <Paragraphs>420</Paragraphs>
  <Slides>19</Slides>
  <Notes>19</Notes>
  <HiddenSlides>0</HiddenSlides>
  <MMClips>1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Malgun Gothic</vt:lpstr>
      <vt:lpstr>Arial</vt:lpstr>
      <vt:lpstr>Albaguard</vt:lpstr>
      <vt:lpstr>PowerPoint 프레젠테이션</vt:lpstr>
      <vt:lpstr>지금 상태: 앱은 배포, 설문 13명 응답, 인터뷰는 11월</vt:lpstr>
      <vt:lpstr>세 문제의 원인은 하나: 근거가 될 기록이 없음</vt:lpstr>
      <vt:lpstr>기존 서비스: 계산까지는 있지만, 비교와 대응은 없음</vt:lpstr>
      <vt:lpstr>기록 → 비교 → 요청, 신고 이전 단계를 채움</vt:lpstr>
      <vt:lpstr>다른 앱은 계산에서 멈추고, 알바가드는 받아내기까지</vt:lpstr>
      <vt:lpstr>기술 스택: 앱은 폰에서, 서버는 확인 번호 · 설문에만</vt:lpstr>
      <vt:lpstr>근무 내용은 폰 안에, 서버에는 번호와 등록 시각만</vt:lpstr>
      <vt:lpstr>모두 실제로 동작하는 화면: 지금 배포 주소에서 바로 열림</vt:lpstr>
      <vt:lpstr>시연 순서: 배포된 앱을 녹화한 영상</vt:lpstr>
      <vt:lpstr>PowerPoint 프레젠테이션</vt:lpstr>
      <vt:lpstr>MVP 기능 8개 모두 동작, 완성도 평균 약 80%</vt:lpstr>
      <vt:lpstr>임금체불 2년 연속 2조 원, 30인 미만 사업장에 집중</vt:lpstr>
      <vt:lpstr>혼자 쓰면서 대응까지 가는 서비스는 알바가드뿐</vt:lpstr>
      <vt:lpstr>핵심 화면은 무료, 수익은 게임 화면 광고(가설)</vt:lpstr>
      <vt:lpstr>검증: 설문 13명 중간 결과, 11월에 다섯 가지 확인</vt:lpstr>
      <vt:lpstr>기말(12/15)까지 세 단계: 검증 → 반영 · 폰 확인 → 마무리</vt:lpstr>
      <vt:lpstr>⑧ 팀원별 R&amp;R</vt:lpstr>
      <vt:lpstr>못 받은 알바비, 기록으로 찾는 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지훈 이</cp:lastModifiedBy>
  <cp:revision>2</cp:revision>
  <dcterms:created xsi:type="dcterms:W3CDTF">2026-10-27T01:27:50Z</dcterms:created>
  <dcterms:modified xsi:type="dcterms:W3CDTF">2026-10-27T01:28:41Z</dcterms:modified>
</cp:coreProperties>
</file>