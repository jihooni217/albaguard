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210b3a5f-2ce7-7ff3-0f80-8efbcf331810}">
          <p14:sldIdLst>
            <p14:sldId id="256"/>
            <p14:sldId id="257"/>
          </p14:sldIdLst>
        </p14:section>
        <p14:section name="② 문제 정의" id="{57c09c07-ddde-d1c3-df1c-bb369f323619}">
          <p14:sldIdLst>
            <p14:sldId id="258"/>
            <p14:sldId id="259"/>
          </p14:sldIdLst>
        </p14:section>
        <p14:section name="③ 솔루션·핵심 가치" id="{b0dcdd88-9c25-9449-9e8c-9e677eb19b65}">
          <p14:sldIdLst>
            <p14:sldId id="260"/>
            <p14:sldId id="261"/>
          </p14:sldIdLst>
        </p14:section>
        <p14:section name="④ SW 기술 아키텍처" id="{5b8add19-dfb8-5e51-dbff-02b0ed274d1d}">
          <p14:sldIdLst>
            <p14:sldId id="262"/>
            <p14:sldId id="263"/>
          </p14:sldIdLst>
        </p14:section>
        <p14:section name="⑤ 개발 현황·MVP 시연" id="{fc96881c-a817-7c42-d4ca-d043c3cb4744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42a6e846-f23e-118e-9008-20810f6edeba}">
          <p14:sldIdLst>
            <p14:sldId id="268"/>
            <p14:sldId id="269"/>
            <p14:sldId id="270"/>
          </p14:sldIdLst>
        </p14:section>
        <p14:section name="⑦ 초기 시장 검증" id="{8b934662-674f-b83d-4b92-dc99c31d739f}">
          <p14:sldIdLst>
            <p14:sldId id="271"/>
          </p14:sldIdLst>
        </p14:section>
        <p14:section name="⑧ 향후 계획·팀 역량" id="{95e733bb-b96d-b359-722a-38e119e65319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7271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054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71749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200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8988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771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792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673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7912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629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73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912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51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390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629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설문 30명 수집 · 집계 막대"/>
          <p:cNvSpPr/>
          <p:nvPr/>
        </p:nvSpPr>
        <p:spPr>
          <a:xfrm>
            <a:off x="4389120" y="2212848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673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912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151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390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629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직접 인터뷰 5명 막대"/>
          <p:cNvSpPr/>
          <p:nvPr/>
        </p:nvSpPr>
        <p:spPr>
          <a:xfrm>
            <a:off x="5113020" y="256032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673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7912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5151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90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629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피드백 반영 1차 막대"/>
          <p:cNvSpPr/>
          <p:nvPr/>
        </p:nvSpPr>
        <p:spPr>
          <a:xfrm>
            <a:off x="5836920" y="2907792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673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912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151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390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629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실제 폰 검증 (아이폰 · 갤럭시) 막대"/>
          <p:cNvSpPr/>
          <p:nvPr/>
        </p:nvSpPr>
        <p:spPr>
          <a:xfrm>
            <a:off x="5836920" y="3255264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673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7912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5151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390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29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기록 등록 보강 막대"/>
          <p:cNvSpPr/>
          <p:nvPr/>
        </p:nvSpPr>
        <p:spPr>
          <a:xfrm>
            <a:off x="6560820" y="3602736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0673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912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5151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2390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9629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0" name="광고 실험 또는 새 게임 (11/23 결정) 막대"/>
          <p:cNvSpPr/>
          <p:nvPr/>
        </p:nvSpPr>
        <p:spPr>
          <a:xfrm>
            <a:off x="7284720" y="3950208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673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912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5151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2390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29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0" name="최종 보고서 · 발표 준비 막대"/>
          <p:cNvSpPr/>
          <p:nvPr/>
        </p:nvSpPr>
        <p:spPr>
          <a:xfrm>
            <a:off x="8008620" y="429768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2026-10-27T10:21:17Z</dcterms:created>
  <dcterms:modified xsi:type="dcterms:W3CDTF">2026-10-27T10:21:17Z</dcterms:modified>
</cp:coreProperties>
</file>