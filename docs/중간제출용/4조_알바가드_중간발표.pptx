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c72ef0ea-4f50-fecb-012c-db9ea56934cd}">
          <p14:sldIdLst>
            <p14:sldId id="256"/>
            <p14:sldId id="257"/>
          </p14:sldIdLst>
        </p14:section>
        <p14:section name="② 문제 정의" id="{b6434c2f-af1c-b219-2689-77b5adda6bd7}">
          <p14:sldIdLst>
            <p14:sldId id="258"/>
            <p14:sldId id="259"/>
          </p14:sldIdLst>
        </p14:section>
        <p14:section name="③ 솔루션·핵심 가치" id="{fb4b5779-605b-bf18-8b28-30e58c92199b}">
          <p14:sldIdLst>
            <p14:sldId id="260"/>
            <p14:sldId id="261"/>
          </p14:sldIdLst>
        </p14:section>
        <p14:section name="④ SW 기술 아키텍처" id="{846b1325-4f80-6731-e9ec-b4d205b5c507}">
          <p14:sldIdLst>
            <p14:sldId id="262"/>
            <p14:sldId id="263"/>
          </p14:sldIdLst>
        </p14:section>
        <p14:section name="⑤ 개발 현황·MVP 시연" id="{325bd3a1-1f51-d8e4-4628-672ecee96736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32991f1e-9a97-1338-0294-61cec876b0f9}">
          <p14:sldIdLst>
            <p14:sldId id="268"/>
            <p14:sldId id="269"/>
            <p14:sldId id="270"/>
          </p14:sldIdLst>
        </p14:section>
        <p14:section name="⑦ 초기 시장 검증" id="{4b3e396a-6d1f-3c21-85c6-5dedc5b34e02}">
          <p14:sldIdLst>
            <p14:sldId id="271"/>
          </p14:sldIdLst>
        </p14:section>
        <p14:section name="⑧ 향후 계획·팀 역량" id="{b3e781d1-b37d-beb2-843d-0eb78ad29501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찾은 돈에서 일정 비율을 수수료로 받는 방식도 검토했지만, 돈을 받고 임금을 받아 내는 일을 돕는 셈이라 같은 법 문제가 생길 수 있고, 사용자가 실제로 돈을 받았는지 앱이 알 수도 없어서 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근무 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근무 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급여 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급여 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정산 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정산 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문서 유료화 · 찾은 돈 수수료(성공 보수)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법 문제로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기록 등록 보강 막대"/>
          <p:cNvSpPr/>
          <p:nvPr/>
        </p:nvSpPr>
        <p:spPr>
          <a:xfrm>
            <a:off x="6250577" y="3602736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광고 실험 또는 새 게임 (11/23 결정) 막대"/>
          <p:cNvSpPr/>
          <p:nvPr/>
        </p:nvSpPr>
        <p:spPr>
          <a:xfrm>
            <a:off x="6871063" y="3950208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2026-10-27T10:06:29Z</dcterms:created>
  <dcterms:modified xsi:type="dcterms:W3CDTF">2026-10-27T10:06:29Z</dcterms:modified>
</cp:coreProperties>
</file>